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EBACA"/>
    <a:srgbClr val="FFD45D"/>
    <a:srgbClr val="FFF1CC"/>
    <a:srgbClr val="DFEBD4"/>
    <a:srgbClr val="BED7E9"/>
    <a:srgbClr val="EAD3EE"/>
    <a:srgbClr val="DAE2F3"/>
    <a:srgbClr val="F1F1F0"/>
    <a:srgbClr val="FFF9EB"/>
    <a:srgbClr val="ACB8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125" d="100"/>
          <a:sy n="125" d="100"/>
        </p:scale>
        <p:origin x="664" y="-1964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AC88C7-758E-4B5D-A993-FC6F77F959B8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6AD5D-DB66-4FF2-8EFF-A9CE5AA41F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788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E6AD5D-DB66-4FF2-8EFF-A9CE5AA41F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668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6235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671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98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810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4195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99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0791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415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7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1250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500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8E7C4-E4D2-43F3-8793-AE5731B6CAA4}" type="datetimeFigureOut">
              <a:rPr lang="zh-CN" altLang="en-US" smtClean="0"/>
              <a:t>2026/8/20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7C63B5-1B49-4C35-94B9-8E3B1A13FC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299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47098806-152C-CCB3-250B-B0C3E9486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34" y="1270344"/>
            <a:ext cx="6858000" cy="2861863"/>
          </a:xfrm>
          <a:prstGeom prst="rect">
            <a:avLst/>
          </a:prstGeom>
        </p:spPr>
      </p:pic>
      <p:sp>
        <p:nvSpPr>
          <p:cNvPr id="170" name="矩形: 圆角 169">
            <a:extLst>
              <a:ext uri="{FF2B5EF4-FFF2-40B4-BE49-F238E27FC236}">
                <a16:creationId xmlns:a16="http://schemas.microsoft.com/office/drawing/2014/main" id="{CEE11BE0-7DCF-71FA-99A9-190DB6DB4870}"/>
              </a:ext>
            </a:extLst>
          </p:cNvPr>
          <p:cNvSpPr/>
          <p:nvPr/>
        </p:nvSpPr>
        <p:spPr>
          <a:xfrm>
            <a:off x="11661" y="4312578"/>
            <a:ext cx="927735" cy="481330"/>
          </a:xfrm>
          <a:prstGeom prst="roundRect">
            <a:avLst>
              <a:gd name="adj" fmla="val 2214"/>
            </a:avLst>
          </a:prstGeom>
          <a:solidFill>
            <a:srgbClr val="EAD3EE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1" name="矩形: 圆角 170">
            <a:extLst>
              <a:ext uri="{FF2B5EF4-FFF2-40B4-BE49-F238E27FC236}">
                <a16:creationId xmlns:a16="http://schemas.microsoft.com/office/drawing/2014/main" id="{BEF24047-F34A-EB5E-D37E-4F2FB61454CE}"/>
              </a:ext>
            </a:extLst>
          </p:cNvPr>
          <p:cNvSpPr/>
          <p:nvPr/>
        </p:nvSpPr>
        <p:spPr>
          <a:xfrm>
            <a:off x="-4534" y="6584607"/>
            <a:ext cx="927735" cy="504000"/>
          </a:xfrm>
          <a:prstGeom prst="roundRect">
            <a:avLst>
              <a:gd name="adj" fmla="val 9880"/>
            </a:avLst>
          </a:prstGeom>
          <a:solidFill>
            <a:srgbClr val="E3EDDB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3496D030-3C84-4C01-B120-783891811603}"/>
              </a:ext>
            </a:extLst>
          </p:cNvPr>
          <p:cNvSpPr/>
          <p:nvPr/>
        </p:nvSpPr>
        <p:spPr>
          <a:xfrm>
            <a:off x="21821" y="6630328"/>
            <a:ext cx="400050" cy="40767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99F43E5-518D-3E93-1542-2EEB7F6449C7}"/>
              </a:ext>
            </a:extLst>
          </p:cNvPr>
          <p:cNvSpPr/>
          <p:nvPr/>
        </p:nvSpPr>
        <p:spPr>
          <a:xfrm>
            <a:off x="469494" y="6630328"/>
            <a:ext cx="416243" cy="407670"/>
          </a:xfrm>
          <a:prstGeom prst="rect">
            <a:avLst/>
          </a:prstGeom>
          <a:noFill/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4" name="矩形: 圆角 173">
            <a:extLst>
              <a:ext uri="{FF2B5EF4-FFF2-40B4-BE49-F238E27FC236}">
                <a16:creationId xmlns:a16="http://schemas.microsoft.com/office/drawing/2014/main" id="{A3006005-ABDF-9ED0-FDE4-04ACD8C8E919}"/>
              </a:ext>
            </a:extLst>
          </p:cNvPr>
          <p:cNvSpPr/>
          <p:nvPr/>
        </p:nvSpPr>
        <p:spPr>
          <a:xfrm>
            <a:off x="-22629" y="5169252"/>
            <a:ext cx="927735" cy="1033086"/>
          </a:xfrm>
          <a:prstGeom prst="roundRect">
            <a:avLst>
              <a:gd name="adj" fmla="val 8237"/>
            </a:avLst>
          </a:prstGeom>
          <a:solidFill>
            <a:srgbClr val="F1F1F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402333B-5986-FAB3-851A-4BB996979669}"/>
              </a:ext>
            </a:extLst>
          </p:cNvPr>
          <p:cNvSpPr/>
          <p:nvPr/>
        </p:nvSpPr>
        <p:spPr>
          <a:xfrm>
            <a:off x="156915" y="5765194"/>
            <a:ext cx="510540" cy="343163"/>
          </a:xfrm>
          <a:prstGeom prst="rect">
            <a:avLst/>
          </a:prstGeom>
          <a:solidFill>
            <a:srgbClr val="F1F1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CC2E0F53-66E8-66AA-E315-CF49C8020327}"/>
              </a:ext>
            </a:extLst>
          </p:cNvPr>
          <p:cNvSpPr/>
          <p:nvPr/>
        </p:nvSpPr>
        <p:spPr>
          <a:xfrm>
            <a:off x="181680" y="5790498"/>
            <a:ext cx="510540" cy="343163"/>
          </a:xfrm>
          <a:prstGeom prst="rect">
            <a:avLst/>
          </a:prstGeom>
          <a:solidFill>
            <a:srgbClr val="F1F1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CD972367-9DF8-D5A4-B458-706DC9D19813}"/>
              </a:ext>
            </a:extLst>
          </p:cNvPr>
          <p:cNvSpPr/>
          <p:nvPr/>
        </p:nvSpPr>
        <p:spPr>
          <a:xfrm>
            <a:off x="207876" y="5815802"/>
            <a:ext cx="510540" cy="343163"/>
          </a:xfrm>
          <a:prstGeom prst="rect">
            <a:avLst/>
          </a:prstGeom>
          <a:solidFill>
            <a:srgbClr val="F1F1F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2F205DD-AADF-7F1C-AC3F-83B17CD2B6F3}"/>
              </a:ext>
            </a:extLst>
          </p:cNvPr>
          <p:cNvSpPr/>
          <p:nvPr/>
        </p:nvSpPr>
        <p:spPr>
          <a:xfrm>
            <a:off x="156915" y="5238336"/>
            <a:ext cx="510540" cy="3431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7F1E00C2-5CAD-877D-DD6A-DC681CA65125}"/>
              </a:ext>
            </a:extLst>
          </p:cNvPr>
          <p:cNvSpPr/>
          <p:nvPr/>
        </p:nvSpPr>
        <p:spPr>
          <a:xfrm>
            <a:off x="181680" y="5263640"/>
            <a:ext cx="510540" cy="3431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矩形: 圆角 179">
            <a:extLst>
              <a:ext uri="{FF2B5EF4-FFF2-40B4-BE49-F238E27FC236}">
                <a16:creationId xmlns:a16="http://schemas.microsoft.com/office/drawing/2014/main" id="{BC254113-B6C1-C814-1CC8-B77E38B455CF}"/>
              </a:ext>
            </a:extLst>
          </p:cNvPr>
          <p:cNvSpPr/>
          <p:nvPr/>
        </p:nvSpPr>
        <p:spPr>
          <a:xfrm>
            <a:off x="1064173" y="4434181"/>
            <a:ext cx="1051876" cy="1197926"/>
          </a:xfrm>
          <a:prstGeom prst="roundRect">
            <a:avLst>
              <a:gd name="adj" fmla="val 5595"/>
            </a:avLst>
          </a:prstGeom>
          <a:solidFill>
            <a:srgbClr val="F3EBF4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2413846D-089D-2383-611E-7DB024083CC4}"/>
              </a:ext>
            </a:extLst>
          </p:cNvPr>
          <p:cNvSpPr/>
          <p:nvPr/>
        </p:nvSpPr>
        <p:spPr>
          <a:xfrm>
            <a:off x="208257" y="5288944"/>
            <a:ext cx="510540" cy="3431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矩形: 圆角 181">
            <a:extLst>
              <a:ext uri="{FF2B5EF4-FFF2-40B4-BE49-F238E27FC236}">
                <a16:creationId xmlns:a16="http://schemas.microsoft.com/office/drawing/2014/main" id="{7FCAB672-D01A-16C2-91F6-4511B0059B1D}"/>
              </a:ext>
            </a:extLst>
          </p:cNvPr>
          <p:cNvSpPr/>
          <p:nvPr/>
        </p:nvSpPr>
        <p:spPr>
          <a:xfrm>
            <a:off x="234546" y="4906938"/>
            <a:ext cx="457674" cy="168333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矩形: 圆角 182">
            <a:extLst>
              <a:ext uri="{FF2B5EF4-FFF2-40B4-BE49-F238E27FC236}">
                <a16:creationId xmlns:a16="http://schemas.microsoft.com/office/drawing/2014/main" id="{DC70E2A9-25B9-361B-2E42-8C2E92B23DBD}"/>
              </a:ext>
            </a:extLst>
          </p:cNvPr>
          <p:cNvSpPr/>
          <p:nvPr/>
        </p:nvSpPr>
        <p:spPr>
          <a:xfrm>
            <a:off x="225416" y="6309247"/>
            <a:ext cx="457674" cy="168333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矩形: 圆角 183">
            <a:extLst>
              <a:ext uri="{FF2B5EF4-FFF2-40B4-BE49-F238E27FC236}">
                <a16:creationId xmlns:a16="http://schemas.microsoft.com/office/drawing/2014/main" id="{DC114718-47A8-B71E-9A31-A44EB0156BAE}"/>
              </a:ext>
            </a:extLst>
          </p:cNvPr>
          <p:cNvSpPr/>
          <p:nvPr/>
        </p:nvSpPr>
        <p:spPr>
          <a:xfrm>
            <a:off x="1811251" y="4586320"/>
            <a:ext cx="235585" cy="540000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矩形: 圆角 184">
            <a:extLst>
              <a:ext uri="{FF2B5EF4-FFF2-40B4-BE49-F238E27FC236}">
                <a16:creationId xmlns:a16="http://schemas.microsoft.com/office/drawing/2014/main" id="{4DD1340E-7C41-3320-CB8F-17687EF1FF75}"/>
              </a:ext>
            </a:extLst>
          </p:cNvPr>
          <p:cNvSpPr/>
          <p:nvPr/>
        </p:nvSpPr>
        <p:spPr>
          <a:xfrm>
            <a:off x="1183236" y="5238337"/>
            <a:ext cx="344805" cy="123262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6" name="直接箭头连接符 185">
            <a:extLst>
              <a:ext uri="{FF2B5EF4-FFF2-40B4-BE49-F238E27FC236}">
                <a16:creationId xmlns:a16="http://schemas.microsoft.com/office/drawing/2014/main" id="{9C0F227D-A058-BF98-6CC1-2201CB18A1DA}"/>
              </a:ext>
            </a:extLst>
          </p:cNvPr>
          <p:cNvCxnSpPr>
            <a:cxnSpLocks/>
          </p:cNvCxnSpPr>
          <p:nvPr/>
        </p:nvCxnSpPr>
        <p:spPr>
          <a:xfrm>
            <a:off x="1355638" y="5092993"/>
            <a:ext cx="1" cy="14534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43951BA9-8BED-5A4A-49F9-303754FE5B9C}"/>
              </a:ext>
            </a:extLst>
          </p:cNvPr>
          <p:cNvCxnSpPr>
            <a:cxnSpLocks/>
          </p:cNvCxnSpPr>
          <p:nvPr/>
        </p:nvCxnSpPr>
        <p:spPr>
          <a:xfrm>
            <a:off x="1352779" y="5364454"/>
            <a:ext cx="1" cy="14534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8" name="连接符: 肘形 187">
            <a:extLst>
              <a:ext uri="{FF2B5EF4-FFF2-40B4-BE49-F238E27FC236}">
                <a16:creationId xmlns:a16="http://schemas.microsoft.com/office/drawing/2014/main" id="{1BEFA4AE-8E34-7ECF-8195-3CAA7BFA7AEC}"/>
              </a:ext>
            </a:extLst>
          </p:cNvPr>
          <p:cNvCxnSpPr/>
          <p:nvPr/>
        </p:nvCxnSpPr>
        <p:spPr>
          <a:xfrm>
            <a:off x="1558521" y="4618648"/>
            <a:ext cx="252730" cy="237672"/>
          </a:xfrm>
          <a:prstGeom prst="bentConnector3">
            <a:avLst>
              <a:gd name="adj1" fmla="val 41709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9" name="连接符: 肘形 188">
            <a:extLst>
              <a:ext uri="{FF2B5EF4-FFF2-40B4-BE49-F238E27FC236}">
                <a16:creationId xmlns:a16="http://schemas.microsoft.com/office/drawing/2014/main" id="{EB73F24E-B4DA-8492-0EDA-E76AE7262D6B}"/>
              </a:ext>
            </a:extLst>
          </p:cNvPr>
          <p:cNvCxnSpPr>
            <a:cxnSpLocks/>
          </p:cNvCxnSpPr>
          <p:nvPr/>
        </p:nvCxnSpPr>
        <p:spPr>
          <a:xfrm flipV="1">
            <a:off x="1528041" y="4856320"/>
            <a:ext cx="283210" cy="691471"/>
          </a:xfrm>
          <a:prstGeom prst="bentConnector3">
            <a:avLst>
              <a:gd name="adj1" fmla="val 48655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0" name="矩形: 圆角 189">
            <a:extLst>
              <a:ext uri="{FF2B5EF4-FFF2-40B4-BE49-F238E27FC236}">
                <a16:creationId xmlns:a16="http://schemas.microsoft.com/office/drawing/2014/main" id="{A82B33F0-B937-6125-DFA8-E2D4F6CC7952}"/>
              </a:ext>
            </a:extLst>
          </p:cNvPr>
          <p:cNvSpPr/>
          <p:nvPr/>
        </p:nvSpPr>
        <p:spPr>
          <a:xfrm>
            <a:off x="1064173" y="5730844"/>
            <a:ext cx="1051876" cy="1197926"/>
          </a:xfrm>
          <a:prstGeom prst="roundRect">
            <a:avLst>
              <a:gd name="adj" fmla="val 5595"/>
            </a:avLst>
          </a:prstGeom>
          <a:solidFill>
            <a:srgbClr val="DFEBD4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: 圆角 190">
            <a:extLst>
              <a:ext uri="{FF2B5EF4-FFF2-40B4-BE49-F238E27FC236}">
                <a16:creationId xmlns:a16="http://schemas.microsoft.com/office/drawing/2014/main" id="{F9F85BE7-CD48-7FF9-EB0C-A9E1CE4B20EC}"/>
              </a:ext>
            </a:extLst>
          </p:cNvPr>
          <p:cNvSpPr/>
          <p:nvPr/>
        </p:nvSpPr>
        <p:spPr>
          <a:xfrm>
            <a:off x="1811251" y="6158965"/>
            <a:ext cx="235585" cy="540000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矩形: 圆角 191">
            <a:extLst>
              <a:ext uri="{FF2B5EF4-FFF2-40B4-BE49-F238E27FC236}">
                <a16:creationId xmlns:a16="http://schemas.microsoft.com/office/drawing/2014/main" id="{99352DFD-2AE4-D06E-CF17-5BC83BB72CDA}"/>
              </a:ext>
            </a:extLst>
          </p:cNvPr>
          <p:cNvSpPr/>
          <p:nvPr/>
        </p:nvSpPr>
        <p:spPr>
          <a:xfrm>
            <a:off x="1180376" y="6022605"/>
            <a:ext cx="344805" cy="123262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582C4496-148B-CD66-EAC3-FC2A320858FA}"/>
              </a:ext>
            </a:extLst>
          </p:cNvPr>
          <p:cNvCxnSpPr>
            <a:cxnSpLocks/>
          </p:cNvCxnSpPr>
          <p:nvPr/>
        </p:nvCxnSpPr>
        <p:spPr>
          <a:xfrm flipV="1">
            <a:off x="1352777" y="5881358"/>
            <a:ext cx="1" cy="14534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A8FA9BF2-CEEA-DDC4-14D2-A951C155487A}"/>
              </a:ext>
            </a:extLst>
          </p:cNvPr>
          <p:cNvCxnSpPr>
            <a:cxnSpLocks/>
          </p:cNvCxnSpPr>
          <p:nvPr/>
        </p:nvCxnSpPr>
        <p:spPr>
          <a:xfrm flipV="1">
            <a:off x="1352776" y="6157318"/>
            <a:ext cx="1" cy="145344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5" name="连接符: 肘形 194">
            <a:extLst>
              <a:ext uri="{FF2B5EF4-FFF2-40B4-BE49-F238E27FC236}">
                <a16:creationId xmlns:a16="http://schemas.microsoft.com/office/drawing/2014/main" id="{AB94268A-5321-46CB-637E-B50EAC5035A0}"/>
              </a:ext>
            </a:extLst>
          </p:cNvPr>
          <p:cNvCxnSpPr>
            <a:cxnSpLocks/>
          </p:cNvCxnSpPr>
          <p:nvPr/>
        </p:nvCxnSpPr>
        <p:spPr>
          <a:xfrm>
            <a:off x="1558521" y="5831172"/>
            <a:ext cx="252730" cy="597793"/>
          </a:xfrm>
          <a:prstGeom prst="bentConnector3">
            <a:avLst>
              <a:gd name="adj1" fmla="val 37940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BB49E634-C0F3-98B8-3066-6243B5B4546C}"/>
              </a:ext>
            </a:extLst>
          </p:cNvPr>
          <p:cNvCxnSpPr>
            <a:cxnSpLocks/>
          </p:cNvCxnSpPr>
          <p:nvPr/>
        </p:nvCxnSpPr>
        <p:spPr>
          <a:xfrm flipV="1">
            <a:off x="1581376" y="6428965"/>
            <a:ext cx="229875" cy="376161"/>
          </a:xfrm>
          <a:prstGeom prst="bentConnector3">
            <a:avLst>
              <a:gd name="adj1" fmla="val 31769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7" name="矩形: 圆角 196">
            <a:extLst>
              <a:ext uri="{FF2B5EF4-FFF2-40B4-BE49-F238E27FC236}">
                <a16:creationId xmlns:a16="http://schemas.microsoft.com/office/drawing/2014/main" id="{EF9B58AB-CB31-BEE8-E317-4D3E61F876EC}"/>
              </a:ext>
            </a:extLst>
          </p:cNvPr>
          <p:cNvSpPr/>
          <p:nvPr/>
        </p:nvSpPr>
        <p:spPr>
          <a:xfrm>
            <a:off x="2212891" y="4434180"/>
            <a:ext cx="1338260" cy="2527617"/>
          </a:xfrm>
          <a:prstGeom prst="roundRect">
            <a:avLst>
              <a:gd name="adj" fmla="val 5595"/>
            </a:avLst>
          </a:prstGeom>
          <a:solidFill>
            <a:srgbClr val="F4F4F4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8" name="矩形: 圆角 197">
            <a:extLst>
              <a:ext uri="{FF2B5EF4-FFF2-40B4-BE49-F238E27FC236}">
                <a16:creationId xmlns:a16="http://schemas.microsoft.com/office/drawing/2014/main" id="{1EE7780D-A5F5-6F54-E48D-B474109AE45B}"/>
              </a:ext>
            </a:extLst>
          </p:cNvPr>
          <p:cNvSpPr/>
          <p:nvPr/>
        </p:nvSpPr>
        <p:spPr>
          <a:xfrm>
            <a:off x="2267775" y="4514886"/>
            <a:ext cx="1215735" cy="698146"/>
          </a:xfrm>
          <a:prstGeom prst="roundRect">
            <a:avLst>
              <a:gd name="adj" fmla="val 7390"/>
            </a:avLst>
          </a:prstGeom>
          <a:solidFill>
            <a:srgbClr val="EAD3EE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矩形: 圆角 198">
            <a:extLst>
              <a:ext uri="{FF2B5EF4-FFF2-40B4-BE49-F238E27FC236}">
                <a16:creationId xmlns:a16="http://schemas.microsoft.com/office/drawing/2014/main" id="{237C5D35-828F-550B-3935-6282FB81CDE3}"/>
              </a:ext>
            </a:extLst>
          </p:cNvPr>
          <p:cNvSpPr/>
          <p:nvPr/>
        </p:nvSpPr>
        <p:spPr>
          <a:xfrm>
            <a:off x="2294169" y="4553425"/>
            <a:ext cx="576000" cy="54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312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矩形 199">
            <a:extLst>
              <a:ext uri="{FF2B5EF4-FFF2-40B4-BE49-F238E27FC236}">
                <a16:creationId xmlns:a16="http://schemas.microsoft.com/office/drawing/2014/main" id="{2F98A17F-338B-F60F-AD46-9FFC54FB4F42}"/>
              </a:ext>
            </a:extLst>
          </p:cNvPr>
          <p:cNvSpPr/>
          <p:nvPr/>
        </p:nvSpPr>
        <p:spPr>
          <a:xfrm>
            <a:off x="2903421" y="4553425"/>
            <a:ext cx="540000" cy="540000"/>
          </a:xfrm>
          <a:prstGeom prst="rect">
            <a:avLst/>
          </a:prstGeom>
          <a:noFill/>
          <a:ln w="127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矩形: 圆角 200">
            <a:extLst>
              <a:ext uri="{FF2B5EF4-FFF2-40B4-BE49-F238E27FC236}">
                <a16:creationId xmlns:a16="http://schemas.microsoft.com/office/drawing/2014/main" id="{94B7B52D-8D3E-A4CD-B497-48648C982330}"/>
              </a:ext>
            </a:extLst>
          </p:cNvPr>
          <p:cNvSpPr/>
          <p:nvPr/>
        </p:nvSpPr>
        <p:spPr>
          <a:xfrm>
            <a:off x="2267775" y="5322996"/>
            <a:ext cx="1215735" cy="698146"/>
          </a:xfrm>
          <a:prstGeom prst="roundRect">
            <a:avLst>
              <a:gd name="adj" fmla="val 7390"/>
            </a:avLst>
          </a:prstGeom>
          <a:solidFill>
            <a:srgbClr val="BED7E9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B795FFA0-32DE-624F-ED40-4682F773677E}"/>
              </a:ext>
            </a:extLst>
          </p:cNvPr>
          <p:cNvSpPr/>
          <p:nvPr/>
        </p:nvSpPr>
        <p:spPr>
          <a:xfrm>
            <a:off x="2294169" y="5361535"/>
            <a:ext cx="576000" cy="54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44A5D6C5-95C0-1031-B45C-B0958B7199AB}"/>
              </a:ext>
            </a:extLst>
          </p:cNvPr>
          <p:cNvSpPr/>
          <p:nvPr/>
        </p:nvSpPr>
        <p:spPr>
          <a:xfrm>
            <a:off x="2903421" y="5361535"/>
            <a:ext cx="540000" cy="540000"/>
          </a:xfrm>
          <a:prstGeom prst="rect">
            <a:avLst/>
          </a:prstGeom>
          <a:noFill/>
          <a:ln w="127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88FD5806-4C25-461B-151E-2A8A92523269}"/>
              </a:ext>
            </a:extLst>
          </p:cNvPr>
          <p:cNvSpPr/>
          <p:nvPr/>
        </p:nvSpPr>
        <p:spPr>
          <a:xfrm>
            <a:off x="2262301" y="6059681"/>
            <a:ext cx="1215735" cy="698146"/>
          </a:xfrm>
          <a:prstGeom prst="roundRect">
            <a:avLst>
              <a:gd name="adj" fmla="val 7390"/>
            </a:avLst>
          </a:prstGeom>
          <a:solidFill>
            <a:srgbClr val="DFEBD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矩形: 圆角 204">
            <a:extLst>
              <a:ext uri="{FF2B5EF4-FFF2-40B4-BE49-F238E27FC236}">
                <a16:creationId xmlns:a16="http://schemas.microsoft.com/office/drawing/2014/main" id="{02C8DF09-994E-14C7-CE54-F52C5FFDF2FF}"/>
              </a:ext>
            </a:extLst>
          </p:cNvPr>
          <p:cNvSpPr/>
          <p:nvPr/>
        </p:nvSpPr>
        <p:spPr>
          <a:xfrm>
            <a:off x="2288695" y="6098220"/>
            <a:ext cx="576000" cy="54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3DC57455-29BA-7446-5D8A-7829DBE6FF45}"/>
              </a:ext>
            </a:extLst>
          </p:cNvPr>
          <p:cNvSpPr/>
          <p:nvPr/>
        </p:nvSpPr>
        <p:spPr>
          <a:xfrm>
            <a:off x="2897947" y="6098220"/>
            <a:ext cx="540000" cy="540000"/>
          </a:xfrm>
          <a:prstGeom prst="rect">
            <a:avLst/>
          </a:prstGeom>
          <a:solidFill>
            <a:schemeClr val="bg1"/>
          </a:solidFill>
          <a:ln w="12700">
            <a:solidFill>
              <a:srgbClr val="FF312C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69B2514-B63E-B64A-DCA5-CAB8C2D5CA81}"/>
              </a:ext>
            </a:extLst>
          </p:cNvPr>
          <p:cNvSpPr/>
          <p:nvPr/>
        </p:nvSpPr>
        <p:spPr>
          <a:xfrm>
            <a:off x="2320522" y="6807176"/>
            <a:ext cx="148590" cy="108000"/>
          </a:xfrm>
          <a:prstGeom prst="rect">
            <a:avLst/>
          </a:prstGeom>
          <a:solidFill>
            <a:schemeClr val="bg1"/>
          </a:solidFill>
          <a:ln w="1270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93C358D7-2972-4084-5CAF-9BE647B5414E}"/>
              </a:ext>
            </a:extLst>
          </p:cNvPr>
          <p:cNvSpPr/>
          <p:nvPr/>
        </p:nvSpPr>
        <p:spPr>
          <a:xfrm>
            <a:off x="3012353" y="6805126"/>
            <a:ext cx="148590" cy="108000"/>
          </a:xfrm>
          <a:prstGeom prst="rect">
            <a:avLst/>
          </a:prstGeom>
          <a:solidFill>
            <a:schemeClr val="bg1"/>
          </a:solidFill>
          <a:ln w="12700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9" name="矩形: 圆角 208">
            <a:extLst>
              <a:ext uri="{FF2B5EF4-FFF2-40B4-BE49-F238E27FC236}">
                <a16:creationId xmlns:a16="http://schemas.microsoft.com/office/drawing/2014/main" id="{56FC4142-7BA0-6D3A-C236-B31CAF8A6C47}"/>
              </a:ext>
            </a:extLst>
          </p:cNvPr>
          <p:cNvSpPr/>
          <p:nvPr/>
        </p:nvSpPr>
        <p:spPr>
          <a:xfrm>
            <a:off x="3591141" y="4462572"/>
            <a:ext cx="1332000" cy="2499224"/>
          </a:xfrm>
          <a:prstGeom prst="roundRect">
            <a:avLst>
              <a:gd name="adj" fmla="val 5595"/>
            </a:avLst>
          </a:prstGeom>
          <a:solidFill>
            <a:srgbClr val="F1F1F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23267967-F807-6CEB-D087-BD2CB58C4758}"/>
              </a:ext>
            </a:extLst>
          </p:cNvPr>
          <p:cNvSpPr/>
          <p:nvPr/>
        </p:nvSpPr>
        <p:spPr>
          <a:xfrm>
            <a:off x="3594808" y="4462572"/>
            <a:ext cx="719150" cy="540000"/>
          </a:xfrm>
          <a:prstGeom prst="roundRect">
            <a:avLst>
              <a:gd name="adj" fmla="val 5595"/>
            </a:avLst>
          </a:prstGeom>
          <a:solidFill>
            <a:srgbClr val="FFF9EB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0B2E37FC-038C-F6E9-7249-30F5C7E0F005}"/>
              </a:ext>
            </a:extLst>
          </p:cNvPr>
          <p:cNvSpPr/>
          <p:nvPr/>
        </p:nvSpPr>
        <p:spPr>
          <a:xfrm>
            <a:off x="3713394" y="4522661"/>
            <a:ext cx="144370" cy="300764"/>
          </a:xfrm>
          <a:prstGeom prst="roundRect">
            <a:avLst/>
          </a:prstGeom>
          <a:solidFill>
            <a:srgbClr val="FFE08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D761992F-E7CA-6584-93A5-999DD67A7A1A}"/>
              </a:ext>
            </a:extLst>
          </p:cNvPr>
          <p:cNvSpPr/>
          <p:nvPr/>
        </p:nvSpPr>
        <p:spPr>
          <a:xfrm>
            <a:off x="4126569" y="4514886"/>
            <a:ext cx="144370" cy="300764"/>
          </a:xfrm>
          <a:prstGeom prst="roundRect">
            <a:avLst/>
          </a:prstGeom>
          <a:solidFill>
            <a:srgbClr val="FFE08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CD730D8C-6256-1465-9D63-1B0B98424AF9}"/>
              </a:ext>
            </a:extLst>
          </p:cNvPr>
          <p:cNvSpPr>
            <a:spLocks noChangeAspect="1"/>
          </p:cNvSpPr>
          <p:nvPr/>
        </p:nvSpPr>
        <p:spPr>
          <a:xfrm>
            <a:off x="3917714" y="4807202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4A1C408F-40A5-38AA-BA0F-A415F427760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24641" y="4791034"/>
            <a:ext cx="54303" cy="132135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连接符: 肘形 216">
            <a:extLst>
              <a:ext uri="{FF2B5EF4-FFF2-40B4-BE49-F238E27FC236}">
                <a16:creationId xmlns:a16="http://schemas.microsoft.com/office/drawing/2014/main" id="{E3C27742-9E31-1EBE-0C24-4097262A4B52}"/>
              </a:ext>
            </a:extLst>
          </p:cNvPr>
          <p:cNvCxnSpPr/>
          <p:nvPr/>
        </p:nvCxnSpPr>
        <p:spPr>
          <a:xfrm rot="5400000">
            <a:off x="4098458" y="4778906"/>
            <a:ext cx="63552" cy="137040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965FE0D2-FB11-BA27-D142-355A310B79E1}"/>
              </a:ext>
            </a:extLst>
          </p:cNvPr>
          <p:cNvSpPr/>
          <p:nvPr/>
        </p:nvSpPr>
        <p:spPr>
          <a:xfrm>
            <a:off x="4566027" y="4506438"/>
            <a:ext cx="259574" cy="662814"/>
          </a:xfrm>
          <a:prstGeom prst="roundRect">
            <a:avLst/>
          </a:prstGeom>
          <a:solidFill>
            <a:srgbClr val="85B5D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C92220B8-0CB6-11CB-5D54-EED8CD1FCAB6}"/>
              </a:ext>
            </a:extLst>
          </p:cNvPr>
          <p:cNvSpPr/>
          <p:nvPr/>
        </p:nvSpPr>
        <p:spPr>
          <a:xfrm>
            <a:off x="3900911" y="5163577"/>
            <a:ext cx="225657" cy="477255"/>
          </a:xfrm>
          <a:prstGeom prst="roundRect">
            <a:avLst/>
          </a:prstGeom>
          <a:solidFill>
            <a:srgbClr val="BED7E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58E15E2A-2BAD-8074-4559-E7E61205202B}"/>
              </a:ext>
            </a:extLst>
          </p:cNvPr>
          <p:cNvSpPr/>
          <p:nvPr/>
        </p:nvSpPr>
        <p:spPr>
          <a:xfrm>
            <a:off x="3900911" y="5781208"/>
            <a:ext cx="225657" cy="477255"/>
          </a:xfrm>
          <a:prstGeom prst="roundRect">
            <a:avLst/>
          </a:prstGeom>
          <a:solidFill>
            <a:srgbClr val="BED7E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3716D665-7346-107B-8E8B-58839B833314}"/>
              </a:ext>
            </a:extLst>
          </p:cNvPr>
          <p:cNvSpPr/>
          <p:nvPr/>
        </p:nvSpPr>
        <p:spPr>
          <a:xfrm>
            <a:off x="3738330" y="5180945"/>
            <a:ext cx="112829" cy="457943"/>
          </a:xfrm>
          <a:prstGeom prst="roundRect">
            <a:avLst/>
          </a:prstGeom>
          <a:solidFill>
            <a:srgbClr val="ACB8C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8213E493-2687-9F7A-445F-F6950DD7C8A2}"/>
              </a:ext>
            </a:extLst>
          </p:cNvPr>
          <p:cNvSpPr>
            <a:spLocks noChangeAspect="1"/>
          </p:cNvSpPr>
          <p:nvPr/>
        </p:nvSpPr>
        <p:spPr>
          <a:xfrm>
            <a:off x="3758744" y="5200634"/>
            <a:ext cx="72000" cy="72000"/>
          </a:xfrm>
          <a:prstGeom prst="rect">
            <a:avLst/>
          </a:prstGeom>
          <a:solidFill>
            <a:srgbClr val="DFEBD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68A57C54-3382-E3CA-3E72-062AB7564765}"/>
              </a:ext>
            </a:extLst>
          </p:cNvPr>
          <p:cNvSpPr>
            <a:spLocks noChangeAspect="1"/>
          </p:cNvSpPr>
          <p:nvPr/>
        </p:nvSpPr>
        <p:spPr>
          <a:xfrm>
            <a:off x="3758744" y="5543234"/>
            <a:ext cx="72000" cy="72000"/>
          </a:xfrm>
          <a:prstGeom prst="rect">
            <a:avLst/>
          </a:prstGeom>
          <a:solidFill>
            <a:srgbClr val="FFE08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CEC00D0-1151-7BF5-F0F0-581B1A7D5A25}"/>
              </a:ext>
            </a:extLst>
          </p:cNvPr>
          <p:cNvSpPr>
            <a:spLocks noChangeAspect="1"/>
          </p:cNvSpPr>
          <p:nvPr/>
        </p:nvSpPr>
        <p:spPr>
          <a:xfrm>
            <a:off x="3758744" y="5457584"/>
            <a:ext cx="72000" cy="72000"/>
          </a:xfrm>
          <a:prstGeom prst="rect">
            <a:avLst/>
          </a:prstGeom>
          <a:solidFill>
            <a:srgbClr val="F4B0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8C244A18-F4F0-BF56-DADD-D8AC2898009F}"/>
              </a:ext>
            </a:extLst>
          </p:cNvPr>
          <p:cNvSpPr>
            <a:spLocks noChangeAspect="1"/>
          </p:cNvSpPr>
          <p:nvPr/>
        </p:nvSpPr>
        <p:spPr>
          <a:xfrm>
            <a:off x="3758744" y="5371934"/>
            <a:ext cx="72000" cy="72000"/>
          </a:xfrm>
          <a:prstGeom prst="rect">
            <a:avLst/>
          </a:prstGeom>
          <a:solidFill>
            <a:srgbClr val="B4C6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352BF1DD-9D30-F00A-F2E0-F3355776FC5E}"/>
              </a:ext>
            </a:extLst>
          </p:cNvPr>
          <p:cNvSpPr>
            <a:spLocks noChangeAspect="1"/>
          </p:cNvSpPr>
          <p:nvPr/>
        </p:nvSpPr>
        <p:spPr>
          <a:xfrm>
            <a:off x="3758744" y="5286284"/>
            <a:ext cx="72000" cy="72000"/>
          </a:xfrm>
          <a:prstGeom prst="rect">
            <a:avLst/>
          </a:prstGeom>
          <a:solidFill>
            <a:srgbClr val="EAD3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7" name="矩形: 圆角 226">
            <a:extLst>
              <a:ext uri="{FF2B5EF4-FFF2-40B4-BE49-F238E27FC236}">
                <a16:creationId xmlns:a16="http://schemas.microsoft.com/office/drawing/2014/main" id="{880D697C-AC08-DA28-2795-424860FBF59D}"/>
              </a:ext>
            </a:extLst>
          </p:cNvPr>
          <p:cNvSpPr/>
          <p:nvPr/>
        </p:nvSpPr>
        <p:spPr>
          <a:xfrm>
            <a:off x="3744347" y="5781947"/>
            <a:ext cx="112829" cy="457943"/>
          </a:xfrm>
          <a:prstGeom prst="roundRect">
            <a:avLst/>
          </a:prstGeom>
          <a:solidFill>
            <a:srgbClr val="ACB8C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C3E9C791-D46B-BB5F-B48C-3E83AF7F7742}"/>
              </a:ext>
            </a:extLst>
          </p:cNvPr>
          <p:cNvSpPr>
            <a:spLocks noChangeAspect="1"/>
          </p:cNvSpPr>
          <p:nvPr/>
        </p:nvSpPr>
        <p:spPr>
          <a:xfrm>
            <a:off x="3764761" y="5803541"/>
            <a:ext cx="72000" cy="72000"/>
          </a:xfrm>
          <a:prstGeom prst="rect">
            <a:avLst/>
          </a:prstGeom>
          <a:solidFill>
            <a:srgbClr val="DFEBD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9E866B68-859A-548B-9016-33CA8EEFF492}"/>
              </a:ext>
            </a:extLst>
          </p:cNvPr>
          <p:cNvSpPr>
            <a:spLocks noChangeAspect="1"/>
          </p:cNvSpPr>
          <p:nvPr/>
        </p:nvSpPr>
        <p:spPr>
          <a:xfrm>
            <a:off x="3764761" y="6142331"/>
            <a:ext cx="72000" cy="72000"/>
          </a:xfrm>
          <a:prstGeom prst="rect">
            <a:avLst/>
          </a:prstGeom>
          <a:solidFill>
            <a:srgbClr val="FFE08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5ECEEEC0-7D55-0409-592E-D7D1ABD475EE}"/>
              </a:ext>
            </a:extLst>
          </p:cNvPr>
          <p:cNvSpPr>
            <a:spLocks noChangeAspect="1"/>
          </p:cNvSpPr>
          <p:nvPr/>
        </p:nvSpPr>
        <p:spPr>
          <a:xfrm>
            <a:off x="3764761" y="6057632"/>
            <a:ext cx="72000" cy="72000"/>
          </a:xfrm>
          <a:prstGeom prst="rect">
            <a:avLst/>
          </a:prstGeom>
          <a:solidFill>
            <a:srgbClr val="F4B0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A6A0512F-B879-B534-ED86-F73024151F01}"/>
              </a:ext>
            </a:extLst>
          </p:cNvPr>
          <p:cNvSpPr>
            <a:spLocks noChangeAspect="1"/>
          </p:cNvSpPr>
          <p:nvPr/>
        </p:nvSpPr>
        <p:spPr>
          <a:xfrm>
            <a:off x="3764761" y="5972935"/>
            <a:ext cx="72000" cy="72000"/>
          </a:xfrm>
          <a:prstGeom prst="rect">
            <a:avLst/>
          </a:prstGeom>
          <a:solidFill>
            <a:srgbClr val="B4C6E7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6A4F54C6-B5A0-6411-ECA6-075ACA7EB891}"/>
              </a:ext>
            </a:extLst>
          </p:cNvPr>
          <p:cNvSpPr>
            <a:spLocks noChangeAspect="1"/>
          </p:cNvSpPr>
          <p:nvPr/>
        </p:nvSpPr>
        <p:spPr>
          <a:xfrm>
            <a:off x="3764761" y="5888238"/>
            <a:ext cx="72000" cy="72000"/>
          </a:xfrm>
          <a:prstGeom prst="rect">
            <a:avLst/>
          </a:prstGeom>
          <a:solidFill>
            <a:srgbClr val="EAD3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94B67ACA-C6AC-8F78-CD03-AF81A624DCDA}"/>
              </a:ext>
            </a:extLst>
          </p:cNvPr>
          <p:cNvCxnSpPr/>
          <p:nvPr/>
        </p:nvCxnSpPr>
        <p:spPr>
          <a:xfrm>
            <a:off x="3917714" y="4879202"/>
            <a:ext cx="14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DE21410A-4D69-4170-1EC3-DD472A1230AC}"/>
              </a:ext>
            </a:extLst>
          </p:cNvPr>
          <p:cNvCxnSpPr/>
          <p:nvPr/>
        </p:nvCxnSpPr>
        <p:spPr>
          <a:xfrm>
            <a:off x="3989714" y="4807202"/>
            <a:ext cx="0" cy="14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5" name="矩形: 圆角 234">
            <a:extLst>
              <a:ext uri="{FF2B5EF4-FFF2-40B4-BE49-F238E27FC236}">
                <a16:creationId xmlns:a16="http://schemas.microsoft.com/office/drawing/2014/main" id="{02EACF80-D47C-22FB-A1DE-8FFC13572A46}"/>
              </a:ext>
            </a:extLst>
          </p:cNvPr>
          <p:cNvSpPr/>
          <p:nvPr/>
        </p:nvSpPr>
        <p:spPr>
          <a:xfrm>
            <a:off x="4563254" y="6218141"/>
            <a:ext cx="259574" cy="662814"/>
          </a:xfrm>
          <a:prstGeom prst="roundRect">
            <a:avLst/>
          </a:prstGeom>
          <a:solidFill>
            <a:srgbClr val="85B5D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6" name="椭圆 235">
            <a:extLst>
              <a:ext uri="{FF2B5EF4-FFF2-40B4-BE49-F238E27FC236}">
                <a16:creationId xmlns:a16="http://schemas.microsoft.com/office/drawing/2014/main" id="{F413191F-A9A1-A5A7-C6CF-C2C7DE055AD2}"/>
              </a:ext>
            </a:extLst>
          </p:cNvPr>
          <p:cNvSpPr>
            <a:spLocks noChangeAspect="1"/>
          </p:cNvSpPr>
          <p:nvPr/>
        </p:nvSpPr>
        <p:spPr>
          <a:xfrm>
            <a:off x="4621911" y="5639900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7" name="直接连接符 236">
            <a:extLst>
              <a:ext uri="{FF2B5EF4-FFF2-40B4-BE49-F238E27FC236}">
                <a16:creationId xmlns:a16="http://schemas.microsoft.com/office/drawing/2014/main" id="{B7AE0628-A0AE-6293-9CB6-ECDABFC4B82F}"/>
              </a:ext>
            </a:extLst>
          </p:cNvPr>
          <p:cNvCxnSpPr/>
          <p:nvPr/>
        </p:nvCxnSpPr>
        <p:spPr>
          <a:xfrm>
            <a:off x="4693911" y="5639900"/>
            <a:ext cx="0" cy="14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8" name="直接连接符 237">
            <a:extLst>
              <a:ext uri="{FF2B5EF4-FFF2-40B4-BE49-F238E27FC236}">
                <a16:creationId xmlns:a16="http://schemas.microsoft.com/office/drawing/2014/main" id="{8B3895DA-D8BA-F4C0-252D-CD7868269D44}"/>
              </a:ext>
            </a:extLst>
          </p:cNvPr>
          <p:cNvCxnSpPr/>
          <p:nvPr/>
        </p:nvCxnSpPr>
        <p:spPr>
          <a:xfrm>
            <a:off x="4621911" y="5711900"/>
            <a:ext cx="14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9" name="矩形: 圆角 238">
            <a:extLst>
              <a:ext uri="{FF2B5EF4-FFF2-40B4-BE49-F238E27FC236}">
                <a16:creationId xmlns:a16="http://schemas.microsoft.com/office/drawing/2014/main" id="{CE7C8B4D-3FED-C09B-42EB-427EDEF6849D}"/>
              </a:ext>
            </a:extLst>
          </p:cNvPr>
          <p:cNvSpPr/>
          <p:nvPr/>
        </p:nvSpPr>
        <p:spPr>
          <a:xfrm>
            <a:off x="3578718" y="6393413"/>
            <a:ext cx="756000" cy="566771"/>
          </a:xfrm>
          <a:prstGeom prst="roundRect">
            <a:avLst>
              <a:gd name="adj" fmla="val 5595"/>
            </a:avLst>
          </a:prstGeom>
          <a:solidFill>
            <a:srgbClr val="FFF9EB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: 圆角 239">
            <a:extLst>
              <a:ext uri="{FF2B5EF4-FFF2-40B4-BE49-F238E27FC236}">
                <a16:creationId xmlns:a16="http://schemas.microsoft.com/office/drawing/2014/main" id="{149EE3D0-5DEE-5A93-42B3-ECD52D52FCC1}"/>
              </a:ext>
            </a:extLst>
          </p:cNvPr>
          <p:cNvSpPr/>
          <p:nvPr/>
        </p:nvSpPr>
        <p:spPr>
          <a:xfrm>
            <a:off x="3686559" y="6584607"/>
            <a:ext cx="144370" cy="300764"/>
          </a:xfrm>
          <a:prstGeom prst="roundRect">
            <a:avLst/>
          </a:prstGeom>
          <a:solidFill>
            <a:srgbClr val="FFE08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: 圆角 240">
            <a:extLst>
              <a:ext uri="{FF2B5EF4-FFF2-40B4-BE49-F238E27FC236}">
                <a16:creationId xmlns:a16="http://schemas.microsoft.com/office/drawing/2014/main" id="{543E9D0F-DBB6-45C8-BEC9-A7CB313CE741}"/>
              </a:ext>
            </a:extLst>
          </p:cNvPr>
          <p:cNvSpPr/>
          <p:nvPr/>
        </p:nvSpPr>
        <p:spPr>
          <a:xfrm>
            <a:off x="4149198" y="6586376"/>
            <a:ext cx="144370" cy="300764"/>
          </a:xfrm>
          <a:prstGeom prst="roundRect">
            <a:avLst/>
          </a:prstGeom>
          <a:solidFill>
            <a:srgbClr val="FFE08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椭圆 241">
            <a:extLst>
              <a:ext uri="{FF2B5EF4-FFF2-40B4-BE49-F238E27FC236}">
                <a16:creationId xmlns:a16="http://schemas.microsoft.com/office/drawing/2014/main" id="{05656D6A-F5C8-4E51-4A22-99187EFB990C}"/>
              </a:ext>
            </a:extLst>
          </p:cNvPr>
          <p:cNvSpPr>
            <a:spLocks noChangeAspect="1"/>
          </p:cNvSpPr>
          <p:nvPr/>
        </p:nvSpPr>
        <p:spPr>
          <a:xfrm>
            <a:off x="3917714" y="6428965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3" name="直接连接符 242">
            <a:extLst>
              <a:ext uri="{FF2B5EF4-FFF2-40B4-BE49-F238E27FC236}">
                <a16:creationId xmlns:a16="http://schemas.microsoft.com/office/drawing/2014/main" id="{61988B27-FADE-D9EC-05BC-7139DB2BF3DA}"/>
              </a:ext>
            </a:extLst>
          </p:cNvPr>
          <p:cNvCxnSpPr/>
          <p:nvPr/>
        </p:nvCxnSpPr>
        <p:spPr>
          <a:xfrm>
            <a:off x="3989714" y="6428965"/>
            <a:ext cx="0" cy="144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4" name="直接连接符 243">
            <a:extLst>
              <a:ext uri="{FF2B5EF4-FFF2-40B4-BE49-F238E27FC236}">
                <a16:creationId xmlns:a16="http://schemas.microsoft.com/office/drawing/2014/main" id="{6C1F9B11-122E-9E69-4199-8C73A3DB8188}"/>
              </a:ext>
            </a:extLst>
          </p:cNvPr>
          <p:cNvCxnSpPr/>
          <p:nvPr/>
        </p:nvCxnSpPr>
        <p:spPr>
          <a:xfrm>
            <a:off x="3917714" y="6500965"/>
            <a:ext cx="144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5" name="连接符: 肘形 244">
            <a:extLst>
              <a:ext uri="{FF2B5EF4-FFF2-40B4-BE49-F238E27FC236}">
                <a16:creationId xmlns:a16="http://schemas.microsoft.com/office/drawing/2014/main" id="{9D206962-A7F2-1821-ABF4-423B13A05FE8}"/>
              </a:ext>
            </a:extLst>
          </p:cNvPr>
          <p:cNvCxnSpPr>
            <a:cxnSpLocks/>
            <a:endCxn id="242" idx="2"/>
          </p:cNvCxnSpPr>
          <p:nvPr/>
        </p:nvCxnSpPr>
        <p:spPr>
          <a:xfrm flipV="1">
            <a:off x="3758743" y="6500965"/>
            <a:ext cx="158971" cy="83643"/>
          </a:xfrm>
          <a:prstGeom prst="bentConnector3">
            <a:avLst>
              <a:gd name="adj1" fmla="val 469"/>
            </a:avLst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连接符: 肘形 245">
            <a:extLst>
              <a:ext uri="{FF2B5EF4-FFF2-40B4-BE49-F238E27FC236}">
                <a16:creationId xmlns:a16="http://schemas.microsoft.com/office/drawing/2014/main" id="{CBA63C13-AD4E-3204-E6FB-36CF96BC969A}"/>
              </a:ext>
            </a:extLst>
          </p:cNvPr>
          <p:cNvCxnSpPr/>
          <p:nvPr/>
        </p:nvCxnSpPr>
        <p:spPr>
          <a:xfrm rot="16200000" flipV="1">
            <a:off x="4098844" y="6463836"/>
            <a:ext cx="85411" cy="159669"/>
          </a:xfrm>
          <a:prstGeom prst="bent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矩形: 圆角 248">
            <a:extLst>
              <a:ext uri="{FF2B5EF4-FFF2-40B4-BE49-F238E27FC236}">
                <a16:creationId xmlns:a16="http://schemas.microsoft.com/office/drawing/2014/main" id="{AEC61629-E50B-B2F6-FE8C-7B74FA0C94CA}"/>
              </a:ext>
            </a:extLst>
          </p:cNvPr>
          <p:cNvSpPr/>
          <p:nvPr/>
        </p:nvSpPr>
        <p:spPr>
          <a:xfrm>
            <a:off x="4983091" y="4448376"/>
            <a:ext cx="1491600" cy="2499224"/>
          </a:xfrm>
          <a:prstGeom prst="roundRect">
            <a:avLst>
              <a:gd name="adj" fmla="val 5595"/>
            </a:avLst>
          </a:prstGeom>
          <a:solidFill>
            <a:srgbClr val="F1F1F0"/>
          </a:solidFill>
          <a:ln w="127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0" name="矩形: 圆角 249">
            <a:extLst>
              <a:ext uri="{FF2B5EF4-FFF2-40B4-BE49-F238E27FC236}">
                <a16:creationId xmlns:a16="http://schemas.microsoft.com/office/drawing/2014/main" id="{DDA12684-56CC-B14B-56F5-D1521D807DC5}"/>
              </a:ext>
            </a:extLst>
          </p:cNvPr>
          <p:cNvSpPr/>
          <p:nvPr/>
        </p:nvSpPr>
        <p:spPr>
          <a:xfrm>
            <a:off x="5652366" y="4600826"/>
            <a:ext cx="462915" cy="193082"/>
          </a:xfrm>
          <a:prstGeom prst="roundRect">
            <a:avLst/>
          </a:prstGeom>
          <a:solidFill>
            <a:srgbClr val="EAD3EE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矩形: 圆角 250">
            <a:extLst>
              <a:ext uri="{FF2B5EF4-FFF2-40B4-BE49-F238E27FC236}">
                <a16:creationId xmlns:a16="http://schemas.microsoft.com/office/drawing/2014/main" id="{F948A5AB-F1A5-9597-1420-83858559C98D}"/>
              </a:ext>
            </a:extLst>
          </p:cNvPr>
          <p:cNvSpPr/>
          <p:nvPr/>
        </p:nvSpPr>
        <p:spPr>
          <a:xfrm>
            <a:off x="5647798" y="5909025"/>
            <a:ext cx="462915" cy="193082"/>
          </a:xfrm>
          <a:prstGeom prst="roundRect">
            <a:avLst/>
          </a:prstGeom>
          <a:solidFill>
            <a:srgbClr val="FFF1CC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2" name="矩形: 圆角 251">
            <a:extLst>
              <a:ext uri="{FF2B5EF4-FFF2-40B4-BE49-F238E27FC236}">
                <a16:creationId xmlns:a16="http://schemas.microsoft.com/office/drawing/2014/main" id="{B2A1C26C-83B8-E1B5-C7F4-1DB3A568FD74}"/>
              </a:ext>
            </a:extLst>
          </p:cNvPr>
          <p:cNvSpPr/>
          <p:nvPr/>
        </p:nvSpPr>
        <p:spPr>
          <a:xfrm>
            <a:off x="5647798" y="5572112"/>
            <a:ext cx="462915" cy="193082"/>
          </a:xfrm>
          <a:prstGeom prst="roundRect">
            <a:avLst/>
          </a:prstGeom>
          <a:solidFill>
            <a:srgbClr val="FFD45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3" name="矩形: 圆角 252">
            <a:extLst>
              <a:ext uri="{FF2B5EF4-FFF2-40B4-BE49-F238E27FC236}">
                <a16:creationId xmlns:a16="http://schemas.microsoft.com/office/drawing/2014/main" id="{5C6BBB0C-085E-2A88-3AC3-860846F2B314}"/>
              </a:ext>
            </a:extLst>
          </p:cNvPr>
          <p:cNvSpPr/>
          <p:nvPr/>
        </p:nvSpPr>
        <p:spPr>
          <a:xfrm>
            <a:off x="5647798" y="5257279"/>
            <a:ext cx="462915" cy="193082"/>
          </a:xfrm>
          <a:prstGeom prst="roundRect">
            <a:avLst/>
          </a:prstGeom>
          <a:solidFill>
            <a:srgbClr val="DFEBD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矩形: 圆角 253">
            <a:extLst>
              <a:ext uri="{FF2B5EF4-FFF2-40B4-BE49-F238E27FC236}">
                <a16:creationId xmlns:a16="http://schemas.microsoft.com/office/drawing/2014/main" id="{82D251D3-9E70-B157-1140-F9E99C29627A}"/>
              </a:ext>
            </a:extLst>
          </p:cNvPr>
          <p:cNvSpPr/>
          <p:nvPr/>
        </p:nvSpPr>
        <p:spPr>
          <a:xfrm>
            <a:off x="5647798" y="4936603"/>
            <a:ext cx="462915" cy="193082"/>
          </a:xfrm>
          <a:prstGeom prst="roundRect">
            <a:avLst/>
          </a:prstGeom>
          <a:solidFill>
            <a:srgbClr val="BED7E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5" name="矩形: 圆角 254">
            <a:extLst>
              <a:ext uri="{FF2B5EF4-FFF2-40B4-BE49-F238E27FC236}">
                <a16:creationId xmlns:a16="http://schemas.microsoft.com/office/drawing/2014/main" id="{90356B4E-3FEB-639A-9AAF-A1C6E39D28DE}"/>
              </a:ext>
            </a:extLst>
          </p:cNvPr>
          <p:cNvSpPr/>
          <p:nvPr/>
        </p:nvSpPr>
        <p:spPr>
          <a:xfrm>
            <a:off x="5131142" y="5129914"/>
            <a:ext cx="187849" cy="379884"/>
          </a:xfrm>
          <a:prstGeom prst="roundRect">
            <a:avLst/>
          </a:prstGeom>
          <a:solidFill>
            <a:srgbClr val="DAE2F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6" name="矩形: 圆角 255">
            <a:extLst>
              <a:ext uri="{FF2B5EF4-FFF2-40B4-BE49-F238E27FC236}">
                <a16:creationId xmlns:a16="http://schemas.microsoft.com/office/drawing/2014/main" id="{46178330-1F22-2224-13BF-2DD23C26B50B}"/>
              </a:ext>
            </a:extLst>
          </p:cNvPr>
          <p:cNvSpPr/>
          <p:nvPr/>
        </p:nvSpPr>
        <p:spPr>
          <a:xfrm>
            <a:off x="5647798" y="6533787"/>
            <a:ext cx="462915" cy="193082"/>
          </a:xfrm>
          <a:prstGeom prst="roundRect">
            <a:avLst/>
          </a:prstGeom>
          <a:solidFill>
            <a:srgbClr val="FFD45D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矩形: 圆角 256">
            <a:extLst>
              <a:ext uri="{FF2B5EF4-FFF2-40B4-BE49-F238E27FC236}">
                <a16:creationId xmlns:a16="http://schemas.microsoft.com/office/drawing/2014/main" id="{B23454BF-61AE-A5AB-B96D-42A975907137}"/>
              </a:ext>
            </a:extLst>
          </p:cNvPr>
          <p:cNvSpPr/>
          <p:nvPr/>
        </p:nvSpPr>
        <p:spPr>
          <a:xfrm>
            <a:off x="5141498" y="5881719"/>
            <a:ext cx="187849" cy="379884"/>
          </a:xfrm>
          <a:prstGeom prst="roundRect">
            <a:avLst/>
          </a:prstGeom>
          <a:solidFill>
            <a:srgbClr val="DAE2F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8" name="矩形: 圆角 257">
            <a:extLst>
              <a:ext uri="{FF2B5EF4-FFF2-40B4-BE49-F238E27FC236}">
                <a16:creationId xmlns:a16="http://schemas.microsoft.com/office/drawing/2014/main" id="{133FCB7A-52EC-0999-56CA-079B47578CC7}"/>
              </a:ext>
            </a:extLst>
          </p:cNvPr>
          <p:cNvSpPr/>
          <p:nvPr/>
        </p:nvSpPr>
        <p:spPr>
          <a:xfrm>
            <a:off x="6561902" y="5214798"/>
            <a:ext cx="235369" cy="912039"/>
          </a:xfrm>
          <a:prstGeom prst="roundRect">
            <a:avLst/>
          </a:prstGeom>
          <a:solidFill>
            <a:srgbClr val="AEBACA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0203E093-C078-2258-5374-E3C392E7AB9B}"/>
              </a:ext>
            </a:extLst>
          </p:cNvPr>
          <p:cNvSpPr>
            <a:spLocks noChangeAspect="1"/>
          </p:cNvSpPr>
          <p:nvPr/>
        </p:nvSpPr>
        <p:spPr>
          <a:xfrm>
            <a:off x="6271491" y="5600069"/>
            <a:ext cx="144000" cy="14400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9C832580-8E91-E72D-55CB-2ED0CD61480E}"/>
              </a:ext>
            </a:extLst>
          </p:cNvPr>
          <p:cNvSpPr/>
          <p:nvPr/>
        </p:nvSpPr>
        <p:spPr>
          <a:xfrm>
            <a:off x="496709" y="4349590"/>
            <a:ext cx="416243" cy="40767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CC44D2B6-25E3-1D10-59BA-AB55436FFEDE}"/>
              </a:ext>
            </a:extLst>
          </p:cNvPr>
          <p:cNvSpPr/>
          <p:nvPr/>
        </p:nvSpPr>
        <p:spPr>
          <a:xfrm>
            <a:off x="49036" y="4349590"/>
            <a:ext cx="400050" cy="40767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7" name="直接箭头连接符 266">
            <a:extLst>
              <a:ext uri="{FF2B5EF4-FFF2-40B4-BE49-F238E27FC236}">
                <a16:creationId xmlns:a16="http://schemas.microsoft.com/office/drawing/2014/main" id="{806A51FF-A2FF-E10D-EBE5-0030BBF48A12}"/>
              </a:ext>
            </a:extLst>
          </p:cNvPr>
          <p:cNvCxnSpPr>
            <a:stCxn id="219" idx="3"/>
            <a:endCxn id="218" idx="1"/>
          </p:cNvCxnSpPr>
          <p:nvPr/>
        </p:nvCxnSpPr>
        <p:spPr>
          <a:xfrm flipV="1">
            <a:off x="4126568" y="4837845"/>
            <a:ext cx="439459" cy="564360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9" name="直接箭头连接符 268">
            <a:extLst>
              <a:ext uri="{FF2B5EF4-FFF2-40B4-BE49-F238E27FC236}">
                <a16:creationId xmlns:a16="http://schemas.microsoft.com/office/drawing/2014/main" id="{CD3350C7-483C-61C4-AABA-6F23BF791ABE}"/>
              </a:ext>
            </a:extLst>
          </p:cNvPr>
          <p:cNvCxnSpPr>
            <a:stCxn id="219" idx="3"/>
            <a:endCxn id="235" idx="1"/>
          </p:cNvCxnSpPr>
          <p:nvPr/>
        </p:nvCxnSpPr>
        <p:spPr>
          <a:xfrm>
            <a:off x="4126568" y="5402205"/>
            <a:ext cx="436686" cy="1147343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直接箭头连接符 270">
            <a:extLst>
              <a:ext uri="{FF2B5EF4-FFF2-40B4-BE49-F238E27FC236}">
                <a16:creationId xmlns:a16="http://schemas.microsoft.com/office/drawing/2014/main" id="{7B47838E-0429-DFC7-6BC2-6AEC41B042D8}"/>
              </a:ext>
            </a:extLst>
          </p:cNvPr>
          <p:cNvCxnSpPr>
            <a:stCxn id="220" idx="3"/>
            <a:endCxn id="218" idx="1"/>
          </p:cNvCxnSpPr>
          <p:nvPr/>
        </p:nvCxnSpPr>
        <p:spPr>
          <a:xfrm flipV="1">
            <a:off x="4126568" y="4837845"/>
            <a:ext cx="439459" cy="1181991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3" name="直接箭头连接符 272">
            <a:extLst>
              <a:ext uri="{FF2B5EF4-FFF2-40B4-BE49-F238E27FC236}">
                <a16:creationId xmlns:a16="http://schemas.microsoft.com/office/drawing/2014/main" id="{B69263BE-2FAC-69BA-B991-E6D47C92A447}"/>
              </a:ext>
            </a:extLst>
          </p:cNvPr>
          <p:cNvCxnSpPr>
            <a:stCxn id="220" idx="3"/>
            <a:endCxn id="235" idx="1"/>
          </p:cNvCxnSpPr>
          <p:nvPr/>
        </p:nvCxnSpPr>
        <p:spPr>
          <a:xfrm>
            <a:off x="4126568" y="6019836"/>
            <a:ext cx="436686" cy="529712"/>
          </a:xfrm>
          <a:prstGeom prst="straightConnector1">
            <a:avLst/>
          </a:prstGeom>
          <a:ln w="1270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7" name="直接箭头连接符 276">
            <a:extLst>
              <a:ext uri="{FF2B5EF4-FFF2-40B4-BE49-F238E27FC236}">
                <a16:creationId xmlns:a16="http://schemas.microsoft.com/office/drawing/2014/main" id="{A4532E73-33D9-A55C-1127-7E2F796184FE}"/>
              </a:ext>
            </a:extLst>
          </p:cNvPr>
          <p:cNvCxnSpPr>
            <a:stCxn id="213" idx="4"/>
          </p:cNvCxnSpPr>
          <p:nvPr/>
        </p:nvCxnSpPr>
        <p:spPr>
          <a:xfrm>
            <a:off x="3989714" y="4951202"/>
            <a:ext cx="0" cy="18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直接箭头连接符 277">
            <a:extLst>
              <a:ext uri="{FF2B5EF4-FFF2-40B4-BE49-F238E27FC236}">
                <a16:creationId xmlns:a16="http://schemas.microsoft.com/office/drawing/2014/main" id="{2F93E198-EAF2-52E2-619A-D6DC6308F0AB}"/>
              </a:ext>
            </a:extLst>
          </p:cNvPr>
          <p:cNvCxnSpPr>
            <a:cxnSpLocks/>
          </p:cNvCxnSpPr>
          <p:nvPr/>
        </p:nvCxnSpPr>
        <p:spPr>
          <a:xfrm flipV="1">
            <a:off x="3985507" y="6258463"/>
            <a:ext cx="0" cy="162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直接连接符 280">
            <a:extLst>
              <a:ext uri="{FF2B5EF4-FFF2-40B4-BE49-F238E27FC236}">
                <a16:creationId xmlns:a16="http://schemas.microsoft.com/office/drawing/2014/main" id="{50DC68CC-A43A-1146-C5AF-40A25AFB2FBC}"/>
              </a:ext>
            </a:extLst>
          </p:cNvPr>
          <p:cNvCxnSpPr>
            <a:cxnSpLocks/>
          </p:cNvCxnSpPr>
          <p:nvPr/>
        </p:nvCxnSpPr>
        <p:spPr>
          <a:xfrm>
            <a:off x="3160943" y="4312578"/>
            <a:ext cx="624636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C310B749-E6B0-6338-43A4-3194F3B39E6E}"/>
              </a:ext>
            </a:extLst>
          </p:cNvPr>
          <p:cNvCxnSpPr>
            <a:cxnSpLocks/>
          </p:cNvCxnSpPr>
          <p:nvPr/>
        </p:nvCxnSpPr>
        <p:spPr>
          <a:xfrm>
            <a:off x="3785579" y="4306203"/>
            <a:ext cx="0" cy="216000"/>
          </a:xfrm>
          <a:prstGeom prst="line">
            <a:avLst/>
          </a:prstGeom>
          <a:ln w="1270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9" name="直接连接符 288">
            <a:extLst>
              <a:ext uri="{FF2B5EF4-FFF2-40B4-BE49-F238E27FC236}">
                <a16:creationId xmlns:a16="http://schemas.microsoft.com/office/drawing/2014/main" id="{21650BBE-E0AA-0465-B01D-DBFCF711E86F}"/>
              </a:ext>
            </a:extLst>
          </p:cNvPr>
          <p:cNvCxnSpPr/>
          <p:nvPr/>
        </p:nvCxnSpPr>
        <p:spPr>
          <a:xfrm>
            <a:off x="3160943" y="4302418"/>
            <a:ext cx="0" cy="144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0D3D36E1-2657-F6AD-D99D-81C4DCEFAEB5}"/>
              </a:ext>
            </a:extLst>
          </p:cNvPr>
          <p:cNvCxnSpPr>
            <a:cxnSpLocks/>
          </p:cNvCxnSpPr>
          <p:nvPr/>
        </p:nvCxnSpPr>
        <p:spPr>
          <a:xfrm>
            <a:off x="3785578" y="4312578"/>
            <a:ext cx="414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745E5AA0-0E36-6F9D-EEC1-2AE878EAD09A}"/>
              </a:ext>
            </a:extLst>
          </p:cNvPr>
          <p:cNvCxnSpPr>
            <a:endCxn id="212" idx="0"/>
          </p:cNvCxnSpPr>
          <p:nvPr/>
        </p:nvCxnSpPr>
        <p:spPr>
          <a:xfrm>
            <a:off x="4198754" y="4312578"/>
            <a:ext cx="0" cy="202308"/>
          </a:xfrm>
          <a:prstGeom prst="line">
            <a:avLst/>
          </a:prstGeom>
          <a:ln w="12700"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38251135-7850-6C8D-55B6-C2BAE89ED76F}"/>
              </a:ext>
            </a:extLst>
          </p:cNvPr>
          <p:cNvCxnSpPr/>
          <p:nvPr/>
        </p:nvCxnSpPr>
        <p:spPr>
          <a:xfrm>
            <a:off x="2576694" y="7088607"/>
            <a:ext cx="1656000" cy="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8" name="直接连接符 297">
            <a:extLst>
              <a:ext uri="{FF2B5EF4-FFF2-40B4-BE49-F238E27FC236}">
                <a16:creationId xmlns:a16="http://schemas.microsoft.com/office/drawing/2014/main" id="{084DF09A-2EDB-F4B5-3160-0C2DC60A5B06}"/>
              </a:ext>
            </a:extLst>
          </p:cNvPr>
          <p:cNvCxnSpPr/>
          <p:nvPr/>
        </p:nvCxnSpPr>
        <p:spPr>
          <a:xfrm>
            <a:off x="2576695" y="6955103"/>
            <a:ext cx="0" cy="144000"/>
          </a:xfrm>
          <a:prstGeom prst="line">
            <a:avLst/>
          </a:prstGeom>
          <a:ln w="127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0" name="直接连接符 299">
            <a:extLst>
              <a:ext uri="{FF2B5EF4-FFF2-40B4-BE49-F238E27FC236}">
                <a16:creationId xmlns:a16="http://schemas.microsoft.com/office/drawing/2014/main" id="{DF54711C-3596-2035-721A-468F59BC0D4C}"/>
              </a:ext>
            </a:extLst>
          </p:cNvPr>
          <p:cNvCxnSpPr>
            <a:stCxn id="240" idx="2"/>
          </p:cNvCxnSpPr>
          <p:nvPr/>
        </p:nvCxnSpPr>
        <p:spPr>
          <a:xfrm flipH="1">
            <a:off x="3758743" y="6885371"/>
            <a:ext cx="1" cy="203236"/>
          </a:xfrm>
          <a:prstGeom prst="line">
            <a:avLst/>
          </a:prstGeom>
          <a:ln w="12700">
            <a:headEnd type="triangle" w="sm" len="sm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2" name="直接连接符 301">
            <a:extLst>
              <a:ext uri="{FF2B5EF4-FFF2-40B4-BE49-F238E27FC236}">
                <a16:creationId xmlns:a16="http://schemas.microsoft.com/office/drawing/2014/main" id="{E1CB9ACB-060A-D3FA-0EF5-09787A716AD7}"/>
              </a:ext>
            </a:extLst>
          </p:cNvPr>
          <p:cNvCxnSpPr>
            <a:stCxn id="241" idx="2"/>
          </p:cNvCxnSpPr>
          <p:nvPr/>
        </p:nvCxnSpPr>
        <p:spPr>
          <a:xfrm>
            <a:off x="4221383" y="6887139"/>
            <a:ext cx="0" cy="201600"/>
          </a:xfrm>
          <a:prstGeom prst="line">
            <a:avLst/>
          </a:prstGeom>
          <a:ln w="12700">
            <a:headEnd type="triangle" w="sm" len="sm"/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4" name="直接箭头连接符 303">
            <a:extLst>
              <a:ext uri="{FF2B5EF4-FFF2-40B4-BE49-F238E27FC236}">
                <a16:creationId xmlns:a16="http://schemas.microsoft.com/office/drawing/2014/main" id="{81319C9C-628E-AC44-EA08-DB4E3FC958AC}"/>
              </a:ext>
            </a:extLst>
          </p:cNvPr>
          <p:cNvCxnSpPr>
            <a:stCxn id="218" idx="2"/>
            <a:endCxn id="236" idx="0"/>
          </p:cNvCxnSpPr>
          <p:nvPr/>
        </p:nvCxnSpPr>
        <p:spPr>
          <a:xfrm flipH="1">
            <a:off x="4693911" y="5169252"/>
            <a:ext cx="1903" cy="47064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6" name="直接箭头连接符 305">
            <a:extLst>
              <a:ext uri="{FF2B5EF4-FFF2-40B4-BE49-F238E27FC236}">
                <a16:creationId xmlns:a16="http://schemas.microsoft.com/office/drawing/2014/main" id="{7DFAFEED-D3CA-959C-05D8-988612A76FD3}"/>
              </a:ext>
            </a:extLst>
          </p:cNvPr>
          <p:cNvCxnSpPr>
            <a:cxnSpLocks/>
            <a:stCxn id="235" idx="0"/>
            <a:endCxn id="236" idx="4"/>
          </p:cNvCxnSpPr>
          <p:nvPr/>
        </p:nvCxnSpPr>
        <p:spPr>
          <a:xfrm flipV="1">
            <a:off x="4693041" y="5783900"/>
            <a:ext cx="870" cy="434241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9" name="连接符: 曲线 308">
            <a:extLst>
              <a:ext uri="{FF2B5EF4-FFF2-40B4-BE49-F238E27FC236}">
                <a16:creationId xmlns:a16="http://schemas.microsoft.com/office/drawing/2014/main" id="{33809C38-ABF1-1162-2303-6B4AB5DD0DA5}"/>
              </a:ext>
            </a:extLst>
          </p:cNvPr>
          <p:cNvCxnSpPr>
            <a:stCxn id="236" idx="6"/>
            <a:endCxn id="255" idx="1"/>
          </p:cNvCxnSpPr>
          <p:nvPr/>
        </p:nvCxnSpPr>
        <p:spPr>
          <a:xfrm flipV="1">
            <a:off x="4765911" y="5319856"/>
            <a:ext cx="365231" cy="392044"/>
          </a:xfrm>
          <a:prstGeom prst="curved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1" name="连接符: 曲线 310">
            <a:extLst>
              <a:ext uri="{FF2B5EF4-FFF2-40B4-BE49-F238E27FC236}">
                <a16:creationId xmlns:a16="http://schemas.microsoft.com/office/drawing/2014/main" id="{4BAB1393-ECB1-98C4-BF49-253D412BA34A}"/>
              </a:ext>
            </a:extLst>
          </p:cNvPr>
          <p:cNvCxnSpPr>
            <a:endCxn id="257" idx="1"/>
          </p:cNvCxnSpPr>
          <p:nvPr/>
        </p:nvCxnSpPr>
        <p:spPr>
          <a:xfrm>
            <a:off x="4765911" y="5711900"/>
            <a:ext cx="375587" cy="359761"/>
          </a:xfrm>
          <a:prstGeom prst="curved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3" name="连接符: 曲线 312">
            <a:extLst>
              <a:ext uri="{FF2B5EF4-FFF2-40B4-BE49-F238E27FC236}">
                <a16:creationId xmlns:a16="http://schemas.microsoft.com/office/drawing/2014/main" id="{B0C3F41E-2A21-0740-7510-E32054C37DB3}"/>
              </a:ext>
            </a:extLst>
          </p:cNvPr>
          <p:cNvCxnSpPr>
            <a:stCxn id="255" idx="3"/>
            <a:endCxn id="250" idx="1"/>
          </p:cNvCxnSpPr>
          <p:nvPr/>
        </p:nvCxnSpPr>
        <p:spPr>
          <a:xfrm flipV="1">
            <a:off x="5318991" y="4697367"/>
            <a:ext cx="333375" cy="622489"/>
          </a:xfrm>
          <a:prstGeom prst="curved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9" name="连接符: 曲线 318">
            <a:extLst>
              <a:ext uri="{FF2B5EF4-FFF2-40B4-BE49-F238E27FC236}">
                <a16:creationId xmlns:a16="http://schemas.microsoft.com/office/drawing/2014/main" id="{B5A185CB-8541-2E2C-607A-FE0B63265805}"/>
              </a:ext>
            </a:extLst>
          </p:cNvPr>
          <p:cNvCxnSpPr>
            <a:stCxn id="257" idx="3"/>
            <a:endCxn id="256" idx="1"/>
          </p:cNvCxnSpPr>
          <p:nvPr/>
        </p:nvCxnSpPr>
        <p:spPr>
          <a:xfrm>
            <a:off x="5329347" y="6071661"/>
            <a:ext cx="318451" cy="558667"/>
          </a:xfrm>
          <a:prstGeom prst="curved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1" name="连接符: 曲线 320">
            <a:extLst>
              <a:ext uri="{FF2B5EF4-FFF2-40B4-BE49-F238E27FC236}">
                <a16:creationId xmlns:a16="http://schemas.microsoft.com/office/drawing/2014/main" id="{C6CA7BDE-35DC-41D8-4CE9-D2F96088E8A0}"/>
              </a:ext>
            </a:extLst>
          </p:cNvPr>
          <p:cNvCxnSpPr>
            <a:endCxn id="252" idx="1"/>
          </p:cNvCxnSpPr>
          <p:nvPr/>
        </p:nvCxnSpPr>
        <p:spPr>
          <a:xfrm rot="5400000" flipH="1" flipV="1">
            <a:off x="5286918" y="5723356"/>
            <a:ext cx="415583" cy="306178"/>
          </a:xfrm>
          <a:prstGeom prst="curvedConnector2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3" name="连接符: 曲线 322">
            <a:extLst>
              <a:ext uri="{FF2B5EF4-FFF2-40B4-BE49-F238E27FC236}">
                <a16:creationId xmlns:a16="http://schemas.microsoft.com/office/drawing/2014/main" id="{F36B435D-05F1-A609-AFDD-9DDC78365286}"/>
              </a:ext>
            </a:extLst>
          </p:cNvPr>
          <p:cNvCxnSpPr>
            <a:stCxn id="250" idx="3"/>
            <a:endCxn id="259" idx="2"/>
          </p:cNvCxnSpPr>
          <p:nvPr/>
        </p:nvCxnSpPr>
        <p:spPr>
          <a:xfrm>
            <a:off x="6115281" y="4697367"/>
            <a:ext cx="156210" cy="974702"/>
          </a:xfrm>
          <a:prstGeom prst="curved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连接符: 曲线 324">
            <a:extLst>
              <a:ext uri="{FF2B5EF4-FFF2-40B4-BE49-F238E27FC236}">
                <a16:creationId xmlns:a16="http://schemas.microsoft.com/office/drawing/2014/main" id="{C537B682-4B83-E8EB-187F-05AC04B3C35F}"/>
              </a:ext>
            </a:extLst>
          </p:cNvPr>
          <p:cNvCxnSpPr>
            <a:stCxn id="256" idx="3"/>
            <a:endCxn id="259" idx="2"/>
          </p:cNvCxnSpPr>
          <p:nvPr/>
        </p:nvCxnSpPr>
        <p:spPr>
          <a:xfrm flipV="1">
            <a:off x="6110713" y="5672069"/>
            <a:ext cx="160778" cy="958259"/>
          </a:xfrm>
          <a:prstGeom prst="curvedConnector3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直接箭头连接符 326">
            <a:extLst>
              <a:ext uri="{FF2B5EF4-FFF2-40B4-BE49-F238E27FC236}">
                <a16:creationId xmlns:a16="http://schemas.microsoft.com/office/drawing/2014/main" id="{62DA5A5A-2DA0-0730-B447-1E59C64F2A97}"/>
              </a:ext>
            </a:extLst>
          </p:cNvPr>
          <p:cNvCxnSpPr>
            <a:stCxn id="252" idx="3"/>
            <a:endCxn id="259" idx="2"/>
          </p:cNvCxnSpPr>
          <p:nvPr/>
        </p:nvCxnSpPr>
        <p:spPr>
          <a:xfrm>
            <a:off x="6110713" y="5668653"/>
            <a:ext cx="160778" cy="3416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直接箭头连接符 328">
            <a:extLst>
              <a:ext uri="{FF2B5EF4-FFF2-40B4-BE49-F238E27FC236}">
                <a16:creationId xmlns:a16="http://schemas.microsoft.com/office/drawing/2014/main" id="{B29D7B8C-953C-9614-F110-C0E254042209}"/>
              </a:ext>
            </a:extLst>
          </p:cNvPr>
          <p:cNvCxnSpPr>
            <a:stCxn id="259" idx="6"/>
            <a:endCxn id="258" idx="1"/>
          </p:cNvCxnSpPr>
          <p:nvPr/>
        </p:nvCxnSpPr>
        <p:spPr>
          <a:xfrm flipV="1">
            <a:off x="6415491" y="5670818"/>
            <a:ext cx="146411" cy="1251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1" name="文本框 330">
            <a:extLst>
              <a:ext uri="{FF2B5EF4-FFF2-40B4-BE49-F238E27FC236}">
                <a16:creationId xmlns:a16="http://schemas.microsoft.com/office/drawing/2014/main" id="{FFB16A89-F921-1D13-CA76-2C11AC311E80}"/>
              </a:ext>
            </a:extLst>
          </p:cNvPr>
          <p:cNvSpPr txBox="1"/>
          <p:nvPr/>
        </p:nvSpPr>
        <p:spPr>
          <a:xfrm>
            <a:off x="58650" y="15614"/>
            <a:ext cx="697206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M3Former: Memory-guided Multi-modal</a:t>
            </a:r>
          </a:p>
          <a:p>
            <a:r>
              <a:rPr lang="en-US" altLang="zh-CN" dirty="0"/>
              <a:t>Generation and Adaptive Mixture Reasoning for</a:t>
            </a:r>
          </a:p>
          <a:p>
            <a:r>
              <a:rPr lang="en-US" altLang="zh-CN" dirty="0"/>
              <a:t>Incomplete-Modality Crisis Event Detection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617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0D54E-A6B2-9E2E-8164-C9390FFE6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E52E05-DAE5-FBDF-2523-C3F17E347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823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</TotalTime>
  <Words>15</Words>
  <Application>Microsoft Office PowerPoint</Application>
  <PresentationFormat>A4 纸张(210x297 毫米)</PresentationFormat>
  <Paragraphs>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Contributors</dc:creator>
  <cp:lastModifiedBy>Contributors</cp:lastModifiedBy>
  <cp:revision>3</cp:revision>
  <dcterms:created xsi:type="dcterms:W3CDTF">2026-03-22T12:38:23Z</dcterms:created>
  <dcterms:modified xsi:type="dcterms:W3CDTF">2026-08-19T23:35:52Z</dcterms:modified>
</cp:coreProperties>
</file>