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D7E8"/>
    <a:srgbClr val="FFE9CA"/>
    <a:srgbClr val="CBEBF2"/>
    <a:srgbClr val="F9CBD0"/>
    <a:srgbClr val="A4A3A4"/>
    <a:srgbClr val="CBECCE"/>
    <a:srgbClr val="D9D9D9"/>
    <a:srgbClr val="FBE8C7"/>
    <a:srgbClr val="DCDEDD"/>
    <a:srgbClr val="E8F6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52" autoAdjust="0"/>
  </p:normalViewPr>
  <p:slideViewPr>
    <p:cSldViewPr snapToGrid="0" showGuides="1">
      <p:cViewPr>
        <p:scale>
          <a:sx n="66" d="100"/>
          <a:sy n="66" d="100"/>
        </p:scale>
        <p:origin x="1709" y="-53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1F62D-E45C-49DF-BC29-F5AD9A7B6626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CF89-A494-4C1E-A66E-2ECE81043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863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1F62D-E45C-49DF-BC29-F5AD9A7B6626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CF89-A494-4C1E-A66E-2ECE81043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749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1F62D-E45C-49DF-BC29-F5AD9A7B6626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CF89-A494-4C1E-A66E-2ECE81043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693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1F62D-E45C-49DF-BC29-F5AD9A7B6626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CF89-A494-4C1E-A66E-2ECE81043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239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1F62D-E45C-49DF-BC29-F5AD9A7B6626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CF89-A494-4C1E-A66E-2ECE81043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678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1F62D-E45C-49DF-BC29-F5AD9A7B6626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CF89-A494-4C1E-A66E-2ECE81043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2904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1F62D-E45C-49DF-BC29-F5AD9A7B6626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CF89-A494-4C1E-A66E-2ECE81043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96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1F62D-E45C-49DF-BC29-F5AD9A7B6626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CF89-A494-4C1E-A66E-2ECE81043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631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1F62D-E45C-49DF-BC29-F5AD9A7B6626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CF89-A494-4C1E-A66E-2ECE81043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127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1F62D-E45C-49DF-BC29-F5AD9A7B6626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CF89-A494-4C1E-A66E-2ECE81043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810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1F62D-E45C-49DF-BC29-F5AD9A7B6626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CF89-A494-4C1E-A66E-2ECE81043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629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61F62D-E45C-49DF-BC29-F5AD9A7B6626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64CF89-A494-4C1E-A66E-2ECE81043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640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80EB430-5F56-E6E3-2864-2F27ABCC4723}"/>
              </a:ext>
            </a:extLst>
          </p:cNvPr>
          <p:cNvSpPr/>
          <p:nvPr/>
        </p:nvSpPr>
        <p:spPr>
          <a:xfrm>
            <a:off x="45000" y="4095115"/>
            <a:ext cx="6768000" cy="2468880"/>
          </a:xfrm>
          <a:prstGeom prst="rect">
            <a:avLst/>
          </a:prstGeom>
          <a:solidFill>
            <a:srgbClr val="FFF8FA"/>
          </a:solidFill>
          <a:ln>
            <a:solidFill>
              <a:srgbClr val="FFC9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DD0367-D2B9-502D-F35A-411D65D72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3953702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BC245FB4-0FCF-DD5B-F00A-AFA75D92E348}"/>
              </a:ext>
            </a:extLst>
          </p:cNvPr>
          <p:cNvSpPr/>
          <p:nvPr/>
        </p:nvSpPr>
        <p:spPr>
          <a:xfrm>
            <a:off x="185970" y="5376079"/>
            <a:ext cx="401320" cy="144000"/>
          </a:xfrm>
          <a:prstGeom prst="roundRect">
            <a:avLst>
              <a:gd name="adj" fmla="val 7292"/>
            </a:avLst>
          </a:prstGeom>
          <a:solidFill>
            <a:srgbClr val="D1EC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72E95D9-C0DD-4429-C17B-9E78A67B9823}"/>
              </a:ext>
            </a:extLst>
          </p:cNvPr>
          <p:cNvSpPr/>
          <p:nvPr/>
        </p:nvSpPr>
        <p:spPr>
          <a:xfrm>
            <a:off x="756602" y="4343294"/>
            <a:ext cx="187960" cy="2209038"/>
          </a:xfrm>
          <a:prstGeom prst="roundRect">
            <a:avLst>
              <a:gd name="adj" fmla="val 18441"/>
            </a:avLst>
          </a:prstGeom>
          <a:solidFill>
            <a:srgbClr val="E8CF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A803AD0-61AD-7609-A2CC-D318482CF41B}"/>
              </a:ext>
            </a:extLst>
          </p:cNvPr>
          <p:cNvSpPr/>
          <p:nvPr/>
        </p:nvSpPr>
        <p:spPr>
          <a:xfrm>
            <a:off x="1516380" y="4438650"/>
            <a:ext cx="617220" cy="288290"/>
          </a:xfrm>
          <a:prstGeom prst="roundRect">
            <a:avLst>
              <a:gd name="adj" fmla="val 13900"/>
            </a:avLst>
          </a:prstGeom>
          <a:solidFill>
            <a:srgbClr val="D1EC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0AC1602-E05B-DEB8-B465-D292AD5EF154}"/>
              </a:ext>
            </a:extLst>
          </p:cNvPr>
          <p:cNvSpPr/>
          <p:nvPr/>
        </p:nvSpPr>
        <p:spPr>
          <a:xfrm>
            <a:off x="1516380" y="6100445"/>
            <a:ext cx="617220" cy="288290"/>
          </a:xfrm>
          <a:prstGeom prst="roundRect">
            <a:avLst>
              <a:gd name="adj" fmla="val 13900"/>
            </a:avLst>
          </a:prstGeom>
          <a:solidFill>
            <a:srgbClr val="D1EC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CFC154E-67C1-AD31-9367-CE24530FC69C}"/>
              </a:ext>
            </a:extLst>
          </p:cNvPr>
          <p:cNvSpPr/>
          <p:nvPr/>
        </p:nvSpPr>
        <p:spPr>
          <a:xfrm>
            <a:off x="1516380" y="5546514"/>
            <a:ext cx="617220" cy="288290"/>
          </a:xfrm>
          <a:prstGeom prst="roundRect">
            <a:avLst>
              <a:gd name="adj" fmla="val 13900"/>
            </a:avLst>
          </a:prstGeom>
          <a:solidFill>
            <a:srgbClr val="D1EC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EF217A9-9021-271E-EA1C-CD3CB212CC27}"/>
              </a:ext>
            </a:extLst>
          </p:cNvPr>
          <p:cNvSpPr/>
          <p:nvPr/>
        </p:nvSpPr>
        <p:spPr>
          <a:xfrm>
            <a:off x="1516380" y="4992582"/>
            <a:ext cx="617220" cy="288290"/>
          </a:xfrm>
          <a:prstGeom prst="roundRect">
            <a:avLst>
              <a:gd name="adj" fmla="val 13900"/>
            </a:avLst>
          </a:prstGeom>
          <a:solidFill>
            <a:srgbClr val="D1EC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E006549-798A-EC0A-AB52-13555B66D7AD}"/>
              </a:ext>
            </a:extLst>
          </p:cNvPr>
          <p:cNvSpPr/>
          <p:nvPr/>
        </p:nvSpPr>
        <p:spPr>
          <a:xfrm>
            <a:off x="2379980" y="4311650"/>
            <a:ext cx="187960" cy="2209038"/>
          </a:xfrm>
          <a:prstGeom prst="roundRect">
            <a:avLst>
              <a:gd name="adj" fmla="val 18441"/>
            </a:avLst>
          </a:prstGeom>
          <a:solidFill>
            <a:srgbClr val="E8CF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306E8B2-1B84-ED8A-F1F4-202282804DF9}"/>
              </a:ext>
            </a:extLst>
          </p:cNvPr>
          <p:cNvSpPr/>
          <p:nvPr/>
        </p:nvSpPr>
        <p:spPr>
          <a:xfrm>
            <a:off x="4796790" y="4488180"/>
            <a:ext cx="407670" cy="154940"/>
          </a:xfrm>
          <a:prstGeom prst="roundRect">
            <a:avLst>
              <a:gd name="adj" fmla="val 13900"/>
            </a:avLst>
          </a:prstGeom>
          <a:solidFill>
            <a:srgbClr val="D1EC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0C43B78-9DBC-6272-270B-67FD396CADB9}"/>
              </a:ext>
            </a:extLst>
          </p:cNvPr>
          <p:cNvSpPr/>
          <p:nvPr/>
        </p:nvSpPr>
        <p:spPr>
          <a:xfrm>
            <a:off x="4581524" y="4926542"/>
            <a:ext cx="840106" cy="253788"/>
          </a:xfrm>
          <a:prstGeom prst="roundRect">
            <a:avLst>
              <a:gd name="adj" fmla="val 13900"/>
            </a:avLst>
          </a:prstGeom>
          <a:solidFill>
            <a:srgbClr val="F9CB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68BFE79-D3D5-5626-0F40-65B9E131B176}"/>
              </a:ext>
            </a:extLst>
          </p:cNvPr>
          <p:cNvSpPr/>
          <p:nvPr/>
        </p:nvSpPr>
        <p:spPr>
          <a:xfrm>
            <a:off x="5962650" y="4992582"/>
            <a:ext cx="407670" cy="134408"/>
          </a:xfrm>
          <a:prstGeom prst="roundRect">
            <a:avLst>
              <a:gd name="adj" fmla="val 13900"/>
            </a:avLst>
          </a:prstGeom>
          <a:solidFill>
            <a:srgbClr val="D1EC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EA05687-2C75-9DD2-818B-AB1A3AEC18AA}"/>
              </a:ext>
            </a:extLst>
          </p:cNvPr>
          <p:cNvSpPr/>
          <p:nvPr/>
        </p:nvSpPr>
        <p:spPr>
          <a:xfrm>
            <a:off x="4581524" y="5459942"/>
            <a:ext cx="2210436" cy="989032"/>
          </a:xfrm>
          <a:prstGeom prst="roundRect">
            <a:avLst>
              <a:gd name="adj" fmla="val 13900"/>
            </a:avLst>
          </a:prstGeom>
          <a:solidFill>
            <a:srgbClr val="FCE2E5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B4C9D41-64BD-DD24-7D8F-5F732503943A}"/>
              </a:ext>
            </a:extLst>
          </p:cNvPr>
          <p:cNvSpPr/>
          <p:nvPr/>
        </p:nvSpPr>
        <p:spPr>
          <a:xfrm>
            <a:off x="1112520" y="4311650"/>
            <a:ext cx="127000" cy="554990"/>
          </a:xfrm>
          <a:prstGeom prst="rect">
            <a:avLst/>
          </a:prstGeom>
          <a:solidFill>
            <a:srgbClr val="CCD7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DB1E2F2-55BE-0206-3C6E-9CC7121A15A2}"/>
              </a:ext>
            </a:extLst>
          </p:cNvPr>
          <p:cNvSpPr/>
          <p:nvPr/>
        </p:nvSpPr>
        <p:spPr>
          <a:xfrm>
            <a:off x="1112520" y="4866640"/>
            <a:ext cx="127000" cy="554990"/>
          </a:xfrm>
          <a:prstGeom prst="rect">
            <a:avLst/>
          </a:prstGeom>
          <a:solidFill>
            <a:srgbClr val="F9CB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F9714F5-38E3-B812-01B2-71027EB47757}"/>
              </a:ext>
            </a:extLst>
          </p:cNvPr>
          <p:cNvSpPr/>
          <p:nvPr/>
        </p:nvSpPr>
        <p:spPr>
          <a:xfrm>
            <a:off x="1112520" y="5421630"/>
            <a:ext cx="127000" cy="554990"/>
          </a:xfrm>
          <a:prstGeom prst="rect">
            <a:avLst/>
          </a:prstGeom>
          <a:solidFill>
            <a:srgbClr val="CBEB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3BF06A-F273-71F8-49F5-B5E55CF46B23}"/>
              </a:ext>
            </a:extLst>
          </p:cNvPr>
          <p:cNvSpPr/>
          <p:nvPr/>
        </p:nvSpPr>
        <p:spPr>
          <a:xfrm>
            <a:off x="1112520" y="5976620"/>
            <a:ext cx="127000" cy="554990"/>
          </a:xfrm>
          <a:prstGeom prst="rect">
            <a:avLst/>
          </a:prstGeom>
          <a:solidFill>
            <a:srgbClr val="FFE9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46E951B-3268-3FE6-C33E-80A6D25B0A7C}"/>
              </a:ext>
            </a:extLst>
          </p:cNvPr>
          <p:cNvSpPr/>
          <p:nvPr/>
        </p:nvSpPr>
        <p:spPr>
          <a:xfrm>
            <a:off x="3597592" y="4352396"/>
            <a:ext cx="373380" cy="271568"/>
          </a:xfrm>
          <a:prstGeom prst="rect">
            <a:avLst/>
          </a:prstGeom>
          <a:solidFill>
            <a:srgbClr val="FFE9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58C3116-8AF5-11B6-0F25-91A8A7A47219}"/>
              </a:ext>
            </a:extLst>
          </p:cNvPr>
          <p:cNvSpPr/>
          <p:nvPr/>
        </p:nvSpPr>
        <p:spPr>
          <a:xfrm>
            <a:off x="2764154" y="5418328"/>
            <a:ext cx="373380" cy="554990"/>
          </a:xfrm>
          <a:prstGeom prst="rect">
            <a:avLst/>
          </a:prstGeom>
          <a:solidFill>
            <a:srgbClr val="CBEB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EE79EBC-F12B-11AE-AE7F-7A4986ADE185}"/>
              </a:ext>
            </a:extLst>
          </p:cNvPr>
          <p:cNvSpPr/>
          <p:nvPr/>
        </p:nvSpPr>
        <p:spPr>
          <a:xfrm>
            <a:off x="2764154" y="4863338"/>
            <a:ext cx="373380" cy="554990"/>
          </a:xfrm>
          <a:prstGeom prst="rect">
            <a:avLst/>
          </a:prstGeom>
          <a:solidFill>
            <a:srgbClr val="F9CB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365B390-8D6B-619E-A978-542A13B4C929}"/>
              </a:ext>
            </a:extLst>
          </p:cNvPr>
          <p:cNvSpPr/>
          <p:nvPr/>
        </p:nvSpPr>
        <p:spPr>
          <a:xfrm>
            <a:off x="2764154" y="4308348"/>
            <a:ext cx="373380" cy="554990"/>
          </a:xfrm>
          <a:prstGeom prst="rect">
            <a:avLst/>
          </a:prstGeom>
          <a:solidFill>
            <a:srgbClr val="CCD7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CD9834F-C394-A018-6ED3-C4005A255E14}"/>
              </a:ext>
            </a:extLst>
          </p:cNvPr>
          <p:cNvSpPr/>
          <p:nvPr/>
        </p:nvSpPr>
        <p:spPr>
          <a:xfrm>
            <a:off x="3536632" y="4405736"/>
            <a:ext cx="373380" cy="271568"/>
          </a:xfrm>
          <a:prstGeom prst="rect">
            <a:avLst/>
          </a:prstGeom>
          <a:solidFill>
            <a:srgbClr val="CBEB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EBB400E-44A5-2497-844A-F5233246A2AD}"/>
              </a:ext>
            </a:extLst>
          </p:cNvPr>
          <p:cNvSpPr/>
          <p:nvPr/>
        </p:nvSpPr>
        <p:spPr>
          <a:xfrm>
            <a:off x="3468052" y="4453467"/>
            <a:ext cx="373380" cy="271568"/>
          </a:xfrm>
          <a:prstGeom prst="rect">
            <a:avLst/>
          </a:prstGeom>
          <a:solidFill>
            <a:srgbClr val="F9CB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1015732-FC89-C79C-ABA2-50F9010F0BE6}"/>
              </a:ext>
            </a:extLst>
          </p:cNvPr>
          <p:cNvSpPr/>
          <p:nvPr/>
        </p:nvSpPr>
        <p:spPr>
          <a:xfrm>
            <a:off x="3407092" y="4507336"/>
            <a:ext cx="373380" cy="271568"/>
          </a:xfrm>
          <a:prstGeom prst="rect">
            <a:avLst/>
          </a:prstGeom>
          <a:solidFill>
            <a:srgbClr val="CCD7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71A7F7B-25FA-8DDA-840F-14C5583CA766}"/>
              </a:ext>
            </a:extLst>
          </p:cNvPr>
          <p:cNvSpPr/>
          <p:nvPr/>
        </p:nvSpPr>
        <p:spPr>
          <a:xfrm>
            <a:off x="3597592" y="5129530"/>
            <a:ext cx="373380" cy="271568"/>
          </a:xfrm>
          <a:prstGeom prst="rect">
            <a:avLst/>
          </a:prstGeom>
          <a:solidFill>
            <a:srgbClr val="FFE9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CC37ED1-4195-1C1B-CB41-D317C1770B8C}"/>
              </a:ext>
            </a:extLst>
          </p:cNvPr>
          <p:cNvSpPr/>
          <p:nvPr/>
        </p:nvSpPr>
        <p:spPr>
          <a:xfrm>
            <a:off x="3536632" y="5182870"/>
            <a:ext cx="373380" cy="271568"/>
          </a:xfrm>
          <a:prstGeom prst="rect">
            <a:avLst/>
          </a:prstGeom>
          <a:solidFill>
            <a:srgbClr val="CBEB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F19A5CC-FA98-A011-F9C1-E3A105110D99}"/>
              </a:ext>
            </a:extLst>
          </p:cNvPr>
          <p:cNvSpPr/>
          <p:nvPr/>
        </p:nvSpPr>
        <p:spPr>
          <a:xfrm>
            <a:off x="3468052" y="5230601"/>
            <a:ext cx="373380" cy="271568"/>
          </a:xfrm>
          <a:prstGeom prst="rect">
            <a:avLst/>
          </a:prstGeom>
          <a:solidFill>
            <a:srgbClr val="F9CB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BD96E05-3822-82F7-E84C-9944E34A54A9}"/>
              </a:ext>
            </a:extLst>
          </p:cNvPr>
          <p:cNvSpPr/>
          <p:nvPr/>
        </p:nvSpPr>
        <p:spPr>
          <a:xfrm>
            <a:off x="3407092" y="5284470"/>
            <a:ext cx="373380" cy="271568"/>
          </a:xfrm>
          <a:prstGeom prst="rect">
            <a:avLst/>
          </a:prstGeom>
          <a:solidFill>
            <a:srgbClr val="CCD7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E345B67-BA78-F358-67FD-BA62649AC98E}"/>
              </a:ext>
            </a:extLst>
          </p:cNvPr>
          <p:cNvSpPr/>
          <p:nvPr/>
        </p:nvSpPr>
        <p:spPr>
          <a:xfrm>
            <a:off x="3601402" y="5589482"/>
            <a:ext cx="373380" cy="271568"/>
          </a:xfrm>
          <a:prstGeom prst="rect">
            <a:avLst/>
          </a:prstGeom>
          <a:solidFill>
            <a:srgbClr val="FFE9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C7C5966-DC58-5357-A355-16CEB85D1463}"/>
              </a:ext>
            </a:extLst>
          </p:cNvPr>
          <p:cNvSpPr/>
          <p:nvPr/>
        </p:nvSpPr>
        <p:spPr>
          <a:xfrm>
            <a:off x="3540442" y="5642822"/>
            <a:ext cx="373380" cy="271568"/>
          </a:xfrm>
          <a:prstGeom prst="rect">
            <a:avLst/>
          </a:prstGeom>
          <a:solidFill>
            <a:srgbClr val="CBEB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4FC8478-C92F-5DE6-7E07-6862FFF96678}"/>
              </a:ext>
            </a:extLst>
          </p:cNvPr>
          <p:cNvSpPr/>
          <p:nvPr/>
        </p:nvSpPr>
        <p:spPr>
          <a:xfrm>
            <a:off x="3471862" y="5690553"/>
            <a:ext cx="373380" cy="271568"/>
          </a:xfrm>
          <a:prstGeom prst="rect">
            <a:avLst/>
          </a:prstGeom>
          <a:solidFill>
            <a:srgbClr val="F9CB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E7B1E42-FED3-F754-52DB-8DFAA3AD5126}"/>
              </a:ext>
            </a:extLst>
          </p:cNvPr>
          <p:cNvSpPr/>
          <p:nvPr/>
        </p:nvSpPr>
        <p:spPr>
          <a:xfrm>
            <a:off x="3410902" y="5744422"/>
            <a:ext cx="373380" cy="271568"/>
          </a:xfrm>
          <a:prstGeom prst="rect">
            <a:avLst/>
          </a:prstGeom>
          <a:solidFill>
            <a:srgbClr val="CCD7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D787709-7747-A737-F100-827344E92CFF}"/>
              </a:ext>
            </a:extLst>
          </p:cNvPr>
          <p:cNvSpPr/>
          <p:nvPr/>
        </p:nvSpPr>
        <p:spPr>
          <a:xfrm>
            <a:off x="3597592" y="6068590"/>
            <a:ext cx="373380" cy="271568"/>
          </a:xfrm>
          <a:prstGeom prst="rect">
            <a:avLst/>
          </a:prstGeom>
          <a:solidFill>
            <a:srgbClr val="FFE9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7339A54-2285-D7AD-E901-DF4757F7194B}"/>
              </a:ext>
            </a:extLst>
          </p:cNvPr>
          <p:cNvSpPr/>
          <p:nvPr/>
        </p:nvSpPr>
        <p:spPr>
          <a:xfrm>
            <a:off x="3536632" y="6121930"/>
            <a:ext cx="373380" cy="271568"/>
          </a:xfrm>
          <a:prstGeom prst="rect">
            <a:avLst/>
          </a:prstGeom>
          <a:solidFill>
            <a:srgbClr val="CBEB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A466618-E190-4457-C919-84FE7334353F}"/>
              </a:ext>
            </a:extLst>
          </p:cNvPr>
          <p:cNvSpPr/>
          <p:nvPr/>
        </p:nvSpPr>
        <p:spPr>
          <a:xfrm>
            <a:off x="3468052" y="6169661"/>
            <a:ext cx="373380" cy="271568"/>
          </a:xfrm>
          <a:prstGeom prst="rect">
            <a:avLst/>
          </a:prstGeom>
          <a:solidFill>
            <a:srgbClr val="F9CB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28CEC0C-AEC4-AA43-8FF2-37A34766E3ED}"/>
              </a:ext>
            </a:extLst>
          </p:cNvPr>
          <p:cNvSpPr/>
          <p:nvPr/>
        </p:nvSpPr>
        <p:spPr>
          <a:xfrm>
            <a:off x="3407092" y="6223530"/>
            <a:ext cx="373380" cy="271568"/>
          </a:xfrm>
          <a:prstGeom prst="rect">
            <a:avLst/>
          </a:prstGeom>
          <a:solidFill>
            <a:srgbClr val="CCD7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FA15B0D-8B4A-E94A-E915-7DE1EC5962F7}"/>
              </a:ext>
            </a:extLst>
          </p:cNvPr>
          <p:cNvSpPr/>
          <p:nvPr/>
        </p:nvSpPr>
        <p:spPr>
          <a:xfrm>
            <a:off x="2764154" y="5973318"/>
            <a:ext cx="373380" cy="554990"/>
          </a:xfrm>
          <a:prstGeom prst="rect">
            <a:avLst/>
          </a:prstGeom>
          <a:solidFill>
            <a:srgbClr val="FFE9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2CD7B876-3426-EE85-5A2C-083A54FB32B1}"/>
              </a:ext>
            </a:extLst>
          </p:cNvPr>
          <p:cNvCxnSpPr>
            <a:endCxn id="7" idx="1"/>
          </p:cNvCxnSpPr>
          <p:nvPr/>
        </p:nvCxnSpPr>
        <p:spPr>
          <a:xfrm flipV="1">
            <a:off x="38650" y="5448079"/>
            <a:ext cx="147320" cy="3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FDBF55CD-204E-1E2A-51CF-7B7D59F4F368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587290" y="5447813"/>
            <a:ext cx="169312" cy="2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28638920-5D79-7587-5662-DBD5B6836473}"/>
              </a:ext>
            </a:extLst>
          </p:cNvPr>
          <p:cNvCxnSpPr>
            <a:stCxn id="8" idx="3"/>
            <a:endCxn id="19" idx="1"/>
          </p:cNvCxnSpPr>
          <p:nvPr/>
        </p:nvCxnSpPr>
        <p:spPr>
          <a:xfrm flipV="1">
            <a:off x="944562" y="5144135"/>
            <a:ext cx="167958" cy="303678"/>
          </a:xfrm>
          <a:prstGeom prst="straightConnector1">
            <a:avLst/>
          </a:prstGeom>
          <a:ln w="12700">
            <a:solidFill>
              <a:srgbClr val="F9CBD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EF775E83-B55E-BD97-4957-7C1D8821D4CB}"/>
              </a:ext>
            </a:extLst>
          </p:cNvPr>
          <p:cNvCxnSpPr>
            <a:stCxn id="8" idx="3"/>
            <a:endCxn id="18" idx="1"/>
          </p:cNvCxnSpPr>
          <p:nvPr/>
        </p:nvCxnSpPr>
        <p:spPr>
          <a:xfrm flipV="1">
            <a:off x="944562" y="4589145"/>
            <a:ext cx="167958" cy="858668"/>
          </a:xfrm>
          <a:prstGeom prst="straightConnector1">
            <a:avLst/>
          </a:prstGeom>
          <a:ln w="12700">
            <a:solidFill>
              <a:srgbClr val="CCD7E8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B5E957A6-7ED3-5CA1-4B3E-CB5929B94198}"/>
              </a:ext>
            </a:extLst>
          </p:cNvPr>
          <p:cNvCxnSpPr>
            <a:stCxn id="8" idx="3"/>
            <a:endCxn id="20" idx="1"/>
          </p:cNvCxnSpPr>
          <p:nvPr/>
        </p:nvCxnSpPr>
        <p:spPr>
          <a:xfrm>
            <a:off x="944562" y="5447813"/>
            <a:ext cx="167958" cy="251312"/>
          </a:xfrm>
          <a:prstGeom prst="straightConnector1">
            <a:avLst/>
          </a:prstGeom>
          <a:ln w="12700">
            <a:solidFill>
              <a:srgbClr val="CBEBF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D3A85BDE-F96B-A6DB-2475-D9F7A4BA17A4}"/>
              </a:ext>
            </a:extLst>
          </p:cNvPr>
          <p:cNvCxnSpPr>
            <a:stCxn id="8" idx="3"/>
            <a:endCxn id="21" idx="1"/>
          </p:cNvCxnSpPr>
          <p:nvPr/>
        </p:nvCxnSpPr>
        <p:spPr>
          <a:xfrm>
            <a:off x="944562" y="5447813"/>
            <a:ext cx="167958" cy="806302"/>
          </a:xfrm>
          <a:prstGeom prst="straightConnector1">
            <a:avLst/>
          </a:prstGeom>
          <a:ln w="12700">
            <a:solidFill>
              <a:srgbClr val="FFE9CA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47DDE8DD-55CF-4591-BF84-81B14FF80351}"/>
              </a:ext>
            </a:extLst>
          </p:cNvPr>
          <p:cNvCxnSpPr>
            <a:stCxn id="18" idx="3"/>
            <a:endCxn id="9" idx="1"/>
          </p:cNvCxnSpPr>
          <p:nvPr/>
        </p:nvCxnSpPr>
        <p:spPr>
          <a:xfrm flipV="1">
            <a:off x="1239520" y="4582795"/>
            <a:ext cx="276860" cy="63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F72FA06E-892F-1AE3-56EE-14E35C0ED9B8}"/>
              </a:ext>
            </a:extLst>
          </p:cNvPr>
          <p:cNvCxnSpPr>
            <a:stCxn id="19" idx="3"/>
            <a:endCxn id="12" idx="1"/>
          </p:cNvCxnSpPr>
          <p:nvPr/>
        </p:nvCxnSpPr>
        <p:spPr>
          <a:xfrm flipV="1">
            <a:off x="1239520" y="5136727"/>
            <a:ext cx="276860" cy="74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C56502F5-C780-3BB9-FE03-F88F3512E9A6}"/>
              </a:ext>
            </a:extLst>
          </p:cNvPr>
          <p:cNvCxnSpPr>
            <a:stCxn id="20" idx="3"/>
            <a:endCxn id="11" idx="1"/>
          </p:cNvCxnSpPr>
          <p:nvPr/>
        </p:nvCxnSpPr>
        <p:spPr>
          <a:xfrm flipV="1">
            <a:off x="1239520" y="5690659"/>
            <a:ext cx="276860" cy="84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5B59EFBC-6CF0-F376-399D-D814175D173B}"/>
              </a:ext>
            </a:extLst>
          </p:cNvPr>
          <p:cNvCxnSpPr>
            <a:stCxn id="21" idx="3"/>
            <a:endCxn id="10" idx="1"/>
          </p:cNvCxnSpPr>
          <p:nvPr/>
        </p:nvCxnSpPr>
        <p:spPr>
          <a:xfrm flipV="1">
            <a:off x="1239520" y="6244590"/>
            <a:ext cx="276860" cy="95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EAEFD415-9F19-C1E0-FAD4-011E3BBB510D}"/>
              </a:ext>
            </a:extLst>
          </p:cNvPr>
          <p:cNvCxnSpPr>
            <a:stCxn id="9" idx="3"/>
          </p:cNvCxnSpPr>
          <p:nvPr/>
        </p:nvCxnSpPr>
        <p:spPr>
          <a:xfrm>
            <a:off x="2133600" y="4582795"/>
            <a:ext cx="24638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36F5D79E-9F1E-57FF-5F0E-15D4AB0B6574}"/>
              </a:ext>
            </a:extLst>
          </p:cNvPr>
          <p:cNvCxnSpPr>
            <a:stCxn id="12" idx="3"/>
          </p:cNvCxnSpPr>
          <p:nvPr/>
        </p:nvCxnSpPr>
        <p:spPr>
          <a:xfrm>
            <a:off x="2133600" y="5136727"/>
            <a:ext cx="24638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500DCC75-A3BB-705C-E558-331B75C66AA2}"/>
              </a:ext>
            </a:extLst>
          </p:cNvPr>
          <p:cNvCxnSpPr>
            <a:stCxn id="11" idx="3"/>
          </p:cNvCxnSpPr>
          <p:nvPr/>
        </p:nvCxnSpPr>
        <p:spPr>
          <a:xfrm flipV="1">
            <a:off x="2133600" y="5690553"/>
            <a:ext cx="246380" cy="1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73F84895-6C91-906C-B7E6-5F17EB13A61D}"/>
              </a:ext>
            </a:extLst>
          </p:cNvPr>
          <p:cNvCxnSpPr>
            <a:stCxn id="10" idx="3"/>
          </p:cNvCxnSpPr>
          <p:nvPr/>
        </p:nvCxnSpPr>
        <p:spPr>
          <a:xfrm>
            <a:off x="2133600" y="6244590"/>
            <a:ext cx="24638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FADEB0B5-A565-B6FE-210B-330FED03EEB8}"/>
              </a:ext>
            </a:extLst>
          </p:cNvPr>
          <p:cNvCxnSpPr>
            <a:endCxn id="25" idx="1"/>
          </p:cNvCxnSpPr>
          <p:nvPr/>
        </p:nvCxnSpPr>
        <p:spPr>
          <a:xfrm flipV="1">
            <a:off x="2567940" y="4585843"/>
            <a:ext cx="196214" cy="1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F0AC35A9-01AE-FB27-E5A5-C10334A07A9F}"/>
              </a:ext>
            </a:extLst>
          </p:cNvPr>
          <p:cNvCxnSpPr>
            <a:endCxn id="24" idx="1"/>
          </p:cNvCxnSpPr>
          <p:nvPr/>
        </p:nvCxnSpPr>
        <p:spPr>
          <a:xfrm flipV="1">
            <a:off x="2567940" y="5140833"/>
            <a:ext cx="196214" cy="33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70313BA2-5A3E-9C31-4318-C0156DEFA5E9}"/>
              </a:ext>
            </a:extLst>
          </p:cNvPr>
          <p:cNvCxnSpPr>
            <a:endCxn id="23" idx="1"/>
          </p:cNvCxnSpPr>
          <p:nvPr/>
        </p:nvCxnSpPr>
        <p:spPr>
          <a:xfrm>
            <a:off x="2567940" y="5690553"/>
            <a:ext cx="196214" cy="52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FE7E75F6-4401-C62C-7394-34C25DB16416}"/>
              </a:ext>
            </a:extLst>
          </p:cNvPr>
          <p:cNvCxnSpPr>
            <a:endCxn id="41" idx="1"/>
          </p:cNvCxnSpPr>
          <p:nvPr/>
        </p:nvCxnSpPr>
        <p:spPr>
          <a:xfrm flipV="1">
            <a:off x="2567940" y="6250813"/>
            <a:ext cx="196214" cy="33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D638F9DD-6A8C-7893-A46C-EB74917389BE}"/>
              </a:ext>
            </a:extLst>
          </p:cNvPr>
          <p:cNvCxnSpPr>
            <a:endCxn id="28" idx="1"/>
          </p:cNvCxnSpPr>
          <p:nvPr/>
        </p:nvCxnSpPr>
        <p:spPr>
          <a:xfrm>
            <a:off x="3137534" y="4352396"/>
            <a:ext cx="269558" cy="290724"/>
          </a:xfrm>
          <a:prstGeom prst="straightConnector1">
            <a:avLst/>
          </a:prstGeom>
          <a:ln w="12700">
            <a:solidFill>
              <a:srgbClr val="CCD7E8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FC2006C6-0858-387B-9DCB-45249DD9F026}"/>
              </a:ext>
            </a:extLst>
          </p:cNvPr>
          <p:cNvCxnSpPr>
            <a:endCxn id="32" idx="1"/>
          </p:cNvCxnSpPr>
          <p:nvPr/>
        </p:nvCxnSpPr>
        <p:spPr>
          <a:xfrm>
            <a:off x="3137534" y="4778904"/>
            <a:ext cx="269558" cy="641350"/>
          </a:xfrm>
          <a:prstGeom prst="straightConnector1">
            <a:avLst/>
          </a:prstGeom>
          <a:ln w="12700">
            <a:solidFill>
              <a:srgbClr val="CCD7E8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D4E43617-E67A-3F72-06DB-95769D09DC95}"/>
              </a:ext>
            </a:extLst>
          </p:cNvPr>
          <p:cNvCxnSpPr>
            <a:endCxn id="36" idx="1"/>
          </p:cNvCxnSpPr>
          <p:nvPr/>
        </p:nvCxnSpPr>
        <p:spPr>
          <a:xfrm>
            <a:off x="3137534" y="4778904"/>
            <a:ext cx="273368" cy="1101302"/>
          </a:xfrm>
          <a:prstGeom prst="straightConnector1">
            <a:avLst/>
          </a:prstGeom>
          <a:ln w="12700">
            <a:solidFill>
              <a:srgbClr val="CCD7E8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18CBA67F-C1BF-F54A-FDCE-23717370B241}"/>
              </a:ext>
            </a:extLst>
          </p:cNvPr>
          <p:cNvCxnSpPr>
            <a:endCxn id="40" idx="1"/>
          </p:cNvCxnSpPr>
          <p:nvPr/>
        </p:nvCxnSpPr>
        <p:spPr>
          <a:xfrm>
            <a:off x="3137534" y="4778904"/>
            <a:ext cx="269558" cy="1580410"/>
          </a:xfrm>
          <a:prstGeom prst="straightConnector1">
            <a:avLst/>
          </a:prstGeom>
          <a:ln w="12700">
            <a:solidFill>
              <a:srgbClr val="CCD7E8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椭圆 89">
            <a:extLst>
              <a:ext uri="{FF2B5EF4-FFF2-40B4-BE49-F238E27FC236}">
                <a16:creationId xmlns:a16="http://schemas.microsoft.com/office/drawing/2014/main" id="{669E46A8-27D1-5E04-9887-E50A012AFAF6}"/>
              </a:ext>
            </a:extLst>
          </p:cNvPr>
          <p:cNvSpPr/>
          <p:nvPr/>
        </p:nvSpPr>
        <p:spPr>
          <a:xfrm>
            <a:off x="4280534" y="4471670"/>
            <a:ext cx="171450" cy="1714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C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065334D6-7948-DE24-DF1C-8963455403C9}"/>
              </a:ext>
            </a:extLst>
          </p:cNvPr>
          <p:cNvCxnSpPr>
            <a:cxnSpLocks/>
            <a:endCxn id="90" idx="2"/>
          </p:cNvCxnSpPr>
          <p:nvPr/>
        </p:nvCxnSpPr>
        <p:spPr>
          <a:xfrm>
            <a:off x="4039552" y="4557395"/>
            <a:ext cx="24098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188681FC-AEF5-DA99-52DA-76AE68FA5B6C}"/>
              </a:ext>
            </a:extLst>
          </p:cNvPr>
          <p:cNvCxnSpPr/>
          <p:nvPr/>
        </p:nvCxnSpPr>
        <p:spPr>
          <a:xfrm flipV="1">
            <a:off x="4034790" y="4565650"/>
            <a:ext cx="245744" cy="7530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1CEC0AB4-87C8-8133-2DD6-B8561F55288F}"/>
              </a:ext>
            </a:extLst>
          </p:cNvPr>
          <p:cNvCxnSpPr>
            <a:endCxn id="90" idx="3"/>
          </p:cNvCxnSpPr>
          <p:nvPr/>
        </p:nvCxnSpPr>
        <p:spPr>
          <a:xfrm flipV="1">
            <a:off x="4039552" y="4618012"/>
            <a:ext cx="266090" cy="11605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B7704CB9-1C59-B69A-1EC8-8D890E05EEEA}"/>
              </a:ext>
            </a:extLst>
          </p:cNvPr>
          <p:cNvCxnSpPr/>
          <p:nvPr/>
        </p:nvCxnSpPr>
        <p:spPr>
          <a:xfrm flipV="1">
            <a:off x="4034790" y="4643120"/>
            <a:ext cx="331469" cy="15804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BE34BB47-0E7F-D5B4-497A-6FEC60284048}"/>
              </a:ext>
            </a:extLst>
          </p:cNvPr>
          <p:cNvCxnSpPr>
            <a:stCxn id="90" idx="6"/>
            <a:endCxn id="14" idx="1"/>
          </p:cNvCxnSpPr>
          <p:nvPr/>
        </p:nvCxnSpPr>
        <p:spPr>
          <a:xfrm>
            <a:off x="4451984" y="4557395"/>
            <a:ext cx="344806" cy="82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F597CB83-5A2F-20FB-9E8E-12324673491A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5000625" y="4643120"/>
            <a:ext cx="952" cy="2834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705D0F41-B448-EF4E-BE12-3249928B184B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5421630" y="5053436"/>
            <a:ext cx="173194" cy="63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DB62CC28-3619-3800-4186-1E310A429025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5740040" y="5059784"/>
            <a:ext cx="222610" cy="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EEA57A37-FAA2-054C-1F09-46FD319B6E33}"/>
              </a:ext>
            </a:extLst>
          </p:cNvPr>
          <p:cNvCxnSpPr>
            <a:stCxn id="16" idx="3"/>
          </p:cNvCxnSpPr>
          <p:nvPr/>
        </p:nvCxnSpPr>
        <p:spPr>
          <a:xfrm flipV="1">
            <a:off x="6370320" y="5053436"/>
            <a:ext cx="259080" cy="63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连接符: 肘形 115">
            <a:extLst>
              <a:ext uri="{FF2B5EF4-FFF2-40B4-BE49-F238E27FC236}">
                <a16:creationId xmlns:a16="http://schemas.microsoft.com/office/drawing/2014/main" id="{6FB2A728-21BA-AB2D-323A-26A0E0C9967F}"/>
              </a:ext>
            </a:extLst>
          </p:cNvPr>
          <p:cNvCxnSpPr>
            <a:cxnSpLocks/>
            <a:stCxn id="7" idx="0"/>
            <a:endCxn id="152" idx="9"/>
          </p:cNvCxnSpPr>
          <p:nvPr/>
        </p:nvCxnSpPr>
        <p:spPr>
          <a:xfrm rot="5400000" flipH="1" flipV="1">
            <a:off x="2834489" y="2543230"/>
            <a:ext cx="384991" cy="5280709"/>
          </a:xfrm>
          <a:prstGeom prst="bentConnector4">
            <a:avLst>
              <a:gd name="adj1" fmla="val 304639"/>
              <a:gd name="adj2" fmla="val 9996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C4E32B46-5587-5EA5-5601-0AD41F6DB14A}"/>
              </a:ext>
            </a:extLst>
          </p:cNvPr>
          <p:cNvCxnSpPr>
            <a:cxnSpLocks/>
          </p:cNvCxnSpPr>
          <p:nvPr/>
        </p:nvCxnSpPr>
        <p:spPr>
          <a:xfrm>
            <a:off x="5421630" y="5161325"/>
            <a:ext cx="1246590" cy="29125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BD207BB9-4F6D-A599-2AC1-0010E4D53287}"/>
              </a:ext>
            </a:extLst>
          </p:cNvPr>
          <p:cNvCxnSpPr>
            <a:stCxn id="15" idx="1"/>
          </p:cNvCxnSpPr>
          <p:nvPr/>
        </p:nvCxnSpPr>
        <p:spPr>
          <a:xfrm>
            <a:off x="4581524" y="5053436"/>
            <a:ext cx="0" cy="5360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C419A136-C075-A525-E3A5-F1895437C271}"/>
              </a:ext>
            </a:extLst>
          </p:cNvPr>
          <p:cNvSpPr/>
          <p:nvPr/>
        </p:nvSpPr>
        <p:spPr>
          <a:xfrm>
            <a:off x="34217" y="6685304"/>
            <a:ext cx="6804000" cy="1044534"/>
          </a:xfrm>
          <a:prstGeom prst="roundRect">
            <a:avLst/>
          </a:prstGeom>
          <a:solidFill>
            <a:srgbClr val="E8F6E9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E6999FEC-53B5-D25E-DD95-34072E134E29}"/>
              </a:ext>
            </a:extLst>
          </p:cNvPr>
          <p:cNvSpPr/>
          <p:nvPr/>
        </p:nvSpPr>
        <p:spPr>
          <a:xfrm>
            <a:off x="542290" y="7046341"/>
            <a:ext cx="697230" cy="214291"/>
          </a:xfrm>
          <a:prstGeom prst="roundRect">
            <a:avLst>
              <a:gd name="adj" fmla="val 13900"/>
            </a:avLst>
          </a:prstGeom>
          <a:solidFill>
            <a:srgbClr val="C7EB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263FE82A-2E3E-6AA3-F3E9-35115BEAED19}"/>
              </a:ext>
            </a:extLst>
          </p:cNvPr>
          <p:cNvSpPr/>
          <p:nvPr/>
        </p:nvSpPr>
        <p:spPr>
          <a:xfrm>
            <a:off x="1436370" y="7046341"/>
            <a:ext cx="567690" cy="214291"/>
          </a:xfrm>
          <a:prstGeom prst="roundRect">
            <a:avLst>
              <a:gd name="adj" fmla="val 13900"/>
            </a:avLst>
          </a:prstGeom>
          <a:solidFill>
            <a:srgbClr val="CBEC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A0F9215C-5CD0-FF3F-CB9C-321DE6CDF6E7}"/>
              </a:ext>
            </a:extLst>
          </p:cNvPr>
          <p:cNvSpPr/>
          <p:nvPr/>
        </p:nvSpPr>
        <p:spPr>
          <a:xfrm>
            <a:off x="2617470" y="7046341"/>
            <a:ext cx="567690" cy="214291"/>
          </a:xfrm>
          <a:prstGeom prst="roundRect">
            <a:avLst>
              <a:gd name="adj" fmla="val 13900"/>
            </a:avLst>
          </a:prstGeom>
          <a:solidFill>
            <a:srgbClr val="FBE8C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9972BF50-F9AA-0102-0C88-4D9570D194E2}"/>
              </a:ext>
            </a:extLst>
          </p:cNvPr>
          <p:cNvSpPr/>
          <p:nvPr/>
        </p:nvSpPr>
        <p:spPr>
          <a:xfrm>
            <a:off x="3810000" y="7046341"/>
            <a:ext cx="704850" cy="214291"/>
          </a:xfrm>
          <a:prstGeom prst="roundRect">
            <a:avLst>
              <a:gd name="adj" fmla="val 13900"/>
            </a:avLst>
          </a:prstGeom>
          <a:solidFill>
            <a:srgbClr val="C7EB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69DB471B-6160-509E-6356-09FBBA5F8A32}"/>
              </a:ext>
            </a:extLst>
          </p:cNvPr>
          <p:cNvSpPr/>
          <p:nvPr/>
        </p:nvSpPr>
        <p:spPr>
          <a:xfrm>
            <a:off x="542290" y="7410789"/>
            <a:ext cx="697230" cy="214291"/>
          </a:xfrm>
          <a:prstGeom prst="roundRect">
            <a:avLst>
              <a:gd name="adj" fmla="val 13900"/>
            </a:avLst>
          </a:prstGeom>
          <a:solidFill>
            <a:srgbClr val="C7EB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8347A4E8-E2C2-C619-4976-5E7EFF7FBEFF}"/>
              </a:ext>
            </a:extLst>
          </p:cNvPr>
          <p:cNvSpPr/>
          <p:nvPr/>
        </p:nvSpPr>
        <p:spPr>
          <a:xfrm>
            <a:off x="4766310" y="7046341"/>
            <a:ext cx="567690" cy="214291"/>
          </a:xfrm>
          <a:prstGeom prst="rect">
            <a:avLst/>
          </a:prstGeom>
          <a:solidFill>
            <a:srgbClr val="DCDE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1C10EF73-0436-CFDE-9A10-11D4A682371B}"/>
              </a:ext>
            </a:extLst>
          </p:cNvPr>
          <p:cNvSpPr/>
          <p:nvPr/>
        </p:nvSpPr>
        <p:spPr>
          <a:xfrm>
            <a:off x="5574504" y="7046341"/>
            <a:ext cx="567690" cy="214291"/>
          </a:xfrm>
          <a:prstGeom prst="roundRect">
            <a:avLst>
              <a:gd name="adj" fmla="val 13900"/>
            </a:avLst>
          </a:prstGeom>
          <a:solidFill>
            <a:srgbClr val="FBE8C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0" name="图形 138" descr="十字架徽章 轮廓">
            <a:extLst>
              <a:ext uri="{FF2B5EF4-FFF2-40B4-BE49-F238E27FC236}">
                <a16:creationId xmlns:a16="http://schemas.microsoft.com/office/drawing/2014/main" id="{6E128FCB-8AE5-8102-CE98-FB1FA7CCA82A}"/>
              </a:ext>
            </a:extLst>
          </p:cNvPr>
          <p:cNvGrpSpPr/>
          <p:nvPr/>
        </p:nvGrpSpPr>
        <p:grpSpPr>
          <a:xfrm>
            <a:off x="3345909" y="7066628"/>
            <a:ext cx="166182" cy="166182"/>
            <a:chOff x="3005697" y="4148772"/>
            <a:chExt cx="258265" cy="258265"/>
          </a:xfrm>
          <a:solidFill>
            <a:srgbClr val="000000"/>
          </a:solidFill>
        </p:grpSpPr>
        <p:sp>
          <p:nvSpPr>
            <p:cNvPr id="141" name="任意多边形: 形状 140">
              <a:extLst>
                <a:ext uri="{FF2B5EF4-FFF2-40B4-BE49-F238E27FC236}">
                  <a16:creationId xmlns:a16="http://schemas.microsoft.com/office/drawing/2014/main" id="{E534E65F-F3E6-ED0D-75EC-A7E9C7B4FF70}"/>
                </a:ext>
              </a:extLst>
            </p:cNvPr>
            <p:cNvSpPr/>
            <p:nvPr/>
          </p:nvSpPr>
          <p:spPr>
            <a:xfrm>
              <a:off x="3005697" y="4148772"/>
              <a:ext cx="258265" cy="258265"/>
            </a:xfrm>
            <a:custGeom>
              <a:avLst/>
              <a:gdLst>
                <a:gd name="csX0" fmla="*/ 129170 w 258265"/>
                <a:gd name="csY0" fmla="*/ 0 h 258265"/>
                <a:gd name="csX1" fmla="*/ 0 w 258265"/>
                <a:gd name="csY1" fmla="*/ 129096 h 258265"/>
                <a:gd name="csX2" fmla="*/ 129096 w 258265"/>
                <a:gd name="csY2" fmla="*/ 258266 h 258265"/>
                <a:gd name="csX3" fmla="*/ 258266 w 258265"/>
                <a:gd name="csY3" fmla="*/ 129170 h 258265"/>
                <a:gd name="csX4" fmla="*/ 258266 w 258265"/>
                <a:gd name="csY4" fmla="*/ 129129 h 258265"/>
                <a:gd name="csX5" fmla="*/ 129272 w 258265"/>
                <a:gd name="csY5" fmla="*/ 0 h 258265"/>
                <a:gd name="csX6" fmla="*/ 129170 w 258265"/>
                <a:gd name="csY6" fmla="*/ 0 h 258265"/>
                <a:gd name="csX7" fmla="*/ 129170 w 258265"/>
                <a:gd name="csY7" fmla="*/ 251468 h 258265"/>
                <a:gd name="csX8" fmla="*/ 6795 w 258265"/>
                <a:gd name="csY8" fmla="*/ 129167 h 258265"/>
                <a:gd name="csX9" fmla="*/ 129096 w 258265"/>
                <a:gd name="csY9" fmla="*/ 6791 h 258265"/>
                <a:gd name="csX10" fmla="*/ 251471 w 258265"/>
                <a:gd name="csY10" fmla="*/ 129092 h 258265"/>
                <a:gd name="csX11" fmla="*/ 251471 w 258265"/>
                <a:gd name="csY11" fmla="*/ 129140 h 258265"/>
                <a:gd name="csX12" fmla="*/ 129170 w 258265"/>
                <a:gd name="csY12" fmla="*/ 251478 h 2582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58265" h="258265">
                  <a:moveTo>
                    <a:pt x="129170" y="0"/>
                  </a:moveTo>
                  <a:cubicBezTo>
                    <a:pt x="57852" y="-21"/>
                    <a:pt x="21" y="57777"/>
                    <a:pt x="0" y="129096"/>
                  </a:cubicBezTo>
                  <a:cubicBezTo>
                    <a:pt x="-21" y="200414"/>
                    <a:pt x="57777" y="258245"/>
                    <a:pt x="129096" y="258266"/>
                  </a:cubicBezTo>
                  <a:cubicBezTo>
                    <a:pt x="200414" y="258286"/>
                    <a:pt x="258245" y="200488"/>
                    <a:pt x="258266" y="129170"/>
                  </a:cubicBezTo>
                  <a:cubicBezTo>
                    <a:pt x="258266" y="129157"/>
                    <a:pt x="258266" y="129143"/>
                    <a:pt x="258266" y="129129"/>
                  </a:cubicBezTo>
                  <a:cubicBezTo>
                    <a:pt x="258303" y="57851"/>
                    <a:pt x="200551" y="37"/>
                    <a:pt x="129272" y="0"/>
                  </a:cubicBezTo>
                  <a:cubicBezTo>
                    <a:pt x="129238" y="0"/>
                    <a:pt x="129204" y="0"/>
                    <a:pt x="129170" y="0"/>
                  </a:cubicBezTo>
                  <a:close/>
                  <a:moveTo>
                    <a:pt x="129170" y="251468"/>
                  </a:moveTo>
                  <a:cubicBezTo>
                    <a:pt x="61605" y="251489"/>
                    <a:pt x="6815" y="196732"/>
                    <a:pt x="6795" y="129167"/>
                  </a:cubicBezTo>
                  <a:cubicBezTo>
                    <a:pt x="6774" y="61601"/>
                    <a:pt x="61530" y="6812"/>
                    <a:pt x="129096" y="6791"/>
                  </a:cubicBezTo>
                  <a:cubicBezTo>
                    <a:pt x="196661" y="6770"/>
                    <a:pt x="251451" y="61527"/>
                    <a:pt x="251471" y="129092"/>
                  </a:cubicBezTo>
                  <a:cubicBezTo>
                    <a:pt x="251471" y="129108"/>
                    <a:pt x="251471" y="129124"/>
                    <a:pt x="251471" y="129140"/>
                  </a:cubicBezTo>
                  <a:cubicBezTo>
                    <a:pt x="251404" y="196663"/>
                    <a:pt x="196693" y="251390"/>
                    <a:pt x="129170" y="251478"/>
                  </a:cubicBezTo>
                  <a:close/>
                </a:path>
              </a:pathLst>
            </a:custGeom>
            <a:solidFill>
              <a:srgbClr val="000000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任意多边形: 形状 141">
              <a:extLst>
                <a:ext uri="{FF2B5EF4-FFF2-40B4-BE49-F238E27FC236}">
                  <a16:creationId xmlns:a16="http://schemas.microsoft.com/office/drawing/2014/main" id="{E95B1A5D-9AE0-8EAD-83EB-2CC62A408714}"/>
                </a:ext>
              </a:extLst>
            </p:cNvPr>
            <p:cNvSpPr/>
            <p:nvPr/>
          </p:nvSpPr>
          <p:spPr>
            <a:xfrm>
              <a:off x="3082349" y="4225404"/>
              <a:ext cx="105022" cy="105022"/>
            </a:xfrm>
            <a:custGeom>
              <a:avLst/>
              <a:gdLst>
                <a:gd name="csX0" fmla="*/ 100219 w 105022"/>
                <a:gd name="csY0" fmla="*/ 0 h 105022"/>
                <a:gd name="csX1" fmla="*/ 52511 w 105022"/>
                <a:gd name="csY1" fmla="*/ 47708 h 105022"/>
                <a:gd name="csX2" fmla="*/ 4804 w 105022"/>
                <a:gd name="csY2" fmla="*/ 0 h 105022"/>
                <a:gd name="csX3" fmla="*/ 0 w 105022"/>
                <a:gd name="csY3" fmla="*/ 4804 h 105022"/>
                <a:gd name="csX4" fmla="*/ 47708 w 105022"/>
                <a:gd name="csY4" fmla="*/ 52511 h 105022"/>
                <a:gd name="csX5" fmla="*/ 0 w 105022"/>
                <a:gd name="csY5" fmla="*/ 100219 h 105022"/>
                <a:gd name="csX6" fmla="*/ 4804 w 105022"/>
                <a:gd name="csY6" fmla="*/ 105023 h 105022"/>
                <a:gd name="csX7" fmla="*/ 52511 w 105022"/>
                <a:gd name="csY7" fmla="*/ 57315 h 105022"/>
                <a:gd name="csX8" fmla="*/ 100219 w 105022"/>
                <a:gd name="csY8" fmla="*/ 105023 h 105022"/>
                <a:gd name="csX9" fmla="*/ 105023 w 105022"/>
                <a:gd name="csY9" fmla="*/ 100219 h 105022"/>
                <a:gd name="csX10" fmla="*/ 57315 w 105022"/>
                <a:gd name="csY10" fmla="*/ 52511 h 105022"/>
                <a:gd name="csX11" fmla="*/ 105023 w 105022"/>
                <a:gd name="csY11" fmla="*/ 4804 h 105022"/>
                <a:gd name="csX12" fmla="*/ 100219 w 105022"/>
                <a:gd name="csY12" fmla="*/ 0 h 1050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05022" h="105022">
                  <a:moveTo>
                    <a:pt x="100219" y="0"/>
                  </a:moveTo>
                  <a:lnTo>
                    <a:pt x="52511" y="47708"/>
                  </a:lnTo>
                  <a:lnTo>
                    <a:pt x="4804" y="0"/>
                  </a:lnTo>
                  <a:lnTo>
                    <a:pt x="0" y="4804"/>
                  </a:lnTo>
                  <a:lnTo>
                    <a:pt x="47708" y="52511"/>
                  </a:lnTo>
                  <a:lnTo>
                    <a:pt x="0" y="100219"/>
                  </a:lnTo>
                  <a:lnTo>
                    <a:pt x="4804" y="105023"/>
                  </a:lnTo>
                  <a:lnTo>
                    <a:pt x="52511" y="57315"/>
                  </a:lnTo>
                  <a:lnTo>
                    <a:pt x="100219" y="105023"/>
                  </a:lnTo>
                  <a:lnTo>
                    <a:pt x="105023" y="100219"/>
                  </a:lnTo>
                  <a:lnTo>
                    <a:pt x="57315" y="52511"/>
                  </a:lnTo>
                  <a:lnTo>
                    <a:pt x="105023" y="4804"/>
                  </a:lnTo>
                  <a:lnTo>
                    <a:pt x="100219" y="0"/>
                  </a:lnTo>
                  <a:close/>
                </a:path>
              </a:pathLst>
            </a:custGeom>
            <a:solidFill>
              <a:srgbClr val="000000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A3010EFB-FCBB-6FDB-6C35-F469BF71EF7C}"/>
              </a:ext>
            </a:extLst>
          </p:cNvPr>
          <p:cNvCxnSpPr>
            <a:endCxn id="131" idx="1"/>
          </p:cNvCxnSpPr>
          <p:nvPr/>
        </p:nvCxnSpPr>
        <p:spPr>
          <a:xfrm>
            <a:off x="134620" y="7153486"/>
            <a:ext cx="40767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连接符: 肘形 145">
            <a:extLst>
              <a:ext uri="{FF2B5EF4-FFF2-40B4-BE49-F238E27FC236}">
                <a16:creationId xmlns:a16="http://schemas.microsoft.com/office/drawing/2014/main" id="{EF562C1C-6994-36AA-C37E-A3AF5DD37B9A}"/>
              </a:ext>
            </a:extLst>
          </p:cNvPr>
          <p:cNvCxnSpPr>
            <a:endCxn id="135" idx="1"/>
          </p:cNvCxnSpPr>
          <p:nvPr/>
        </p:nvCxnSpPr>
        <p:spPr>
          <a:xfrm rot="16200000" flipH="1">
            <a:off x="248941" y="7224585"/>
            <a:ext cx="364449" cy="22225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1" name="图形 104" descr="徽章关注 轮廓">
            <a:extLst>
              <a:ext uri="{FF2B5EF4-FFF2-40B4-BE49-F238E27FC236}">
                <a16:creationId xmlns:a16="http://schemas.microsoft.com/office/drawing/2014/main" id="{7CDC3E7B-5B65-EE60-5373-D9283D9E0197}"/>
              </a:ext>
            </a:extLst>
          </p:cNvPr>
          <p:cNvGrpSpPr/>
          <p:nvPr/>
        </p:nvGrpSpPr>
        <p:grpSpPr>
          <a:xfrm>
            <a:off x="5592791" y="4987166"/>
            <a:ext cx="149140" cy="149140"/>
            <a:chOff x="3066840" y="4210049"/>
            <a:chExt cx="724109" cy="724109"/>
          </a:xfrm>
          <a:solidFill>
            <a:srgbClr val="000000"/>
          </a:solidFill>
        </p:grpSpPr>
        <p:sp>
          <p:nvSpPr>
            <p:cNvPr id="152" name="任意多边形: 形状 151">
              <a:extLst>
                <a:ext uri="{FF2B5EF4-FFF2-40B4-BE49-F238E27FC236}">
                  <a16:creationId xmlns:a16="http://schemas.microsoft.com/office/drawing/2014/main" id="{52ABAB6A-8C63-0A4C-2C73-F0C1BA8AF448}"/>
                </a:ext>
              </a:extLst>
            </p:cNvPr>
            <p:cNvSpPr/>
            <p:nvPr/>
          </p:nvSpPr>
          <p:spPr>
            <a:xfrm>
              <a:off x="3066840" y="4210049"/>
              <a:ext cx="724109" cy="724109"/>
            </a:xfrm>
            <a:custGeom>
              <a:avLst/>
              <a:gdLst>
                <a:gd name="csX0" fmla="*/ 362160 w 724109"/>
                <a:gd name="csY0" fmla="*/ 0 h 724109"/>
                <a:gd name="csX1" fmla="*/ 0 w 724109"/>
                <a:gd name="csY1" fmla="*/ 361950 h 724109"/>
                <a:gd name="csX2" fmla="*/ 361950 w 724109"/>
                <a:gd name="csY2" fmla="*/ 724110 h 724109"/>
                <a:gd name="csX3" fmla="*/ 724110 w 724109"/>
                <a:gd name="csY3" fmla="*/ 362160 h 724109"/>
                <a:gd name="csX4" fmla="*/ 724110 w 724109"/>
                <a:gd name="csY4" fmla="*/ 362045 h 724109"/>
                <a:gd name="csX5" fmla="*/ 362445 w 724109"/>
                <a:gd name="csY5" fmla="*/ 0 h 724109"/>
                <a:gd name="csX6" fmla="*/ 362160 w 724109"/>
                <a:gd name="csY6" fmla="*/ 0 h 724109"/>
                <a:gd name="csX7" fmla="*/ 362160 w 724109"/>
                <a:gd name="csY7" fmla="*/ 705050 h 724109"/>
                <a:gd name="csX8" fmla="*/ 19050 w 724109"/>
                <a:gd name="csY8" fmla="*/ 362150 h 724109"/>
                <a:gd name="csX9" fmla="*/ 361950 w 724109"/>
                <a:gd name="csY9" fmla="*/ 19040 h 724109"/>
                <a:gd name="csX10" fmla="*/ 705060 w 724109"/>
                <a:gd name="csY10" fmla="*/ 361941 h 724109"/>
                <a:gd name="csX11" fmla="*/ 705060 w 724109"/>
                <a:gd name="csY11" fmla="*/ 362074 h 724109"/>
                <a:gd name="csX12" fmla="*/ 362160 w 724109"/>
                <a:gd name="csY12" fmla="*/ 705079 h 7241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24109" h="724109">
                  <a:moveTo>
                    <a:pt x="362160" y="0"/>
                  </a:moveTo>
                  <a:cubicBezTo>
                    <a:pt x="162202" y="-58"/>
                    <a:pt x="58" y="161993"/>
                    <a:pt x="0" y="361950"/>
                  </a:cubicBezTo>
                  <a:cubicBezTo>
                    <a:pt x="-58" y="561907"/>
                    <a:pt x="161993" y="724051"/>
                    <a:pt x="361950" y="724110"/>
                  </a:cubicBezTo>
                  <a:cubicBezTo>
                    <a:pt x="561907" y="724168"/>
                    <a:pt x="724051" y="562117"/>
                    <a:pt x="724110" y="362160"/>
                  </a:cubicBezTo>
                  <a:cubicBezTo>
                    <a:pt x="724110" y="362121"/>
                    <a:pt x="724110" y="362083"/>
                    <a:pt x="724110" y="362045"/>
                  </a:cubicBezTo>
                  <a:cubicBezTo>
                    <a:pt x="724214" y="162198"/>
                    <a:pt x="562292" y="105"/>
                    <a:pt x="362445" y="0"/>
                  </a:cubicBezTo>
                  <a:cubicBezTo>
                    <a:pt x="362350" y="0"/>
                    <a:pt x="362255" y="0"/>
                    <a:pt x="362160" y="0"/>
                  </a:cubicBezTo>
                  <a:close/>
                  <a:moveTo>
                    <a:pt x="362160" y="705050"/>
                  </a:moveTo>
                  <a:cubicBezTo>
                    <a:pt x="172724" y="705108"/>
                    <a:pt x="19108" y="551586"/>
                    <a:pt x="19050" y="362150"/>
                  </a:cubicBezTo>
                  <a:cubicBezTo>
                    <a:pt x="18992" y="172714"/>
                    <a:pt x="172514" y="19099"/>
                    <a:pt x="361950" y="19040"/>
                  </a:cubicBezTo>
                  <a:cubicBezTo>
                    <a:pt x="551386" y="18982"/>
                    <a:pt x="705001" y="172504"/>
                    <a:pt x="705060" y="361941"/>
                  </a:cubicBezTo>
                  <a:cubicBezTo>
                    <a:pt x="705060" y="361985"/>
                    <a:pt x="705060" y="362029"/>
                    <a:pt x="705060" y="362074"/>
                  </a:cubicBezTo>
                  <a:cubicBezTo>
                    <a:pt x="704871" y="551391"/>
                    <a:pt x="551477" y="704832"/>
                    <a:pt x="362160" y="705079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任意多边形: 形状 152">
              <a:extLst>
                <a:ext uri="{FF2B5EF4-FFF2-40B4-BE49-F238E27FC236}">
                  <a16:creationId xmlns:a16="http://schemas.microsoft.com/office/drawing/2014/main" id="{22BC587F-26B1-675D-34A6-5ADBD8AF1E19}"/>
                </a:ext>
              </a:extLst>
            </p:cNvPr>
            <p:cNvSpPr/>
            <p:nvPr/>
          </p:nvSpPr>
          <p:spPr>
            <a:xfrm>
              <a:off x="3257550" y="4405445"/>
              <a:ext cx="333375" cy="333375"/>
            </a:xfrm>
            <a:custGeom>
              <a:avLst/>
              <a:gdLst>
                <a:gd name="csX0" fmla="*/ 176213 w 333375"/>
                <a:gd name="csY0" fmla="*/ 0 h 333375"/>
                <a:gd name="csX1" fmla="*/ 157163 w 333375"/>
                <a:gd name="csY1" fmla="*/ 0 h 333375"/>
                <a:gd name="csX2" fmla="*/ 157163 w 333375"/>
                <a:gd name="csY2" fmla="*/ 157029 h 333375"/>
                <a:gd name="csX3" fmla="*/ 0 w 333375"/>
                <a:gd name="csY3" fmla="*/ 157029 h 333375"/>
                <a:gd name="csX4" fmla="*/ 0 w 333375"/>
                <a:gd name="csY4" fmla="*/ 176079 h 333375"/>
                <a:gd name="csX5" fmla="*/ 157163 w 333375"/>
                <a:gd name="csY5" fmla="*/ 176079 h 333375"/>
                <a:gd name="csX6" fmla="*/ 157163 w 333375"/>
                <a:gd name="csY6" fmla="*/ 333375 h 333375"/>
                <a:gd name="csX7" fmla="*/ 176213 w 333375"/>
                <a:gd name="csY7" fmla="*/ 333375 h 333375"/>
                <a:gd name="csX8" fmla="*/ 176213 w 333375"/>
                <a:gd name="csY8" fmla="*/ 176079 h 333375"/>
                <a:gd name="csX9" fmla="*/ 333375 w 333375"/>
                <a:gd name="csY9" fmla="*/ 176079 h 333375"/>
                <a:gd name="csX10" fmla="*/ 333375 w 333375"/>
                <a:gd name="csY10" fmla="*/ 157029 h 333375"/>
                <a:gd name="csX11" fmla="*/ 176213 w 333375"/>
                <a:gd name="csY11" fmla="*/ 157029 h 333375"/>
                <a:gd name="csX12" fmla="*/ 176213 w 333375"/>
                <a:gd name="csY12" fmla="*/ 0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333375" h="333375">
                  <a:moveTo>
                    <a:pt x="176213" y="0"/>
                  </a:moveTo>
                  <a:lnTo>
                    <a:pt x="157163" y="0"/>
                  </a:lnTo>
                  <a:lnTo>
                    <a:pt x="157163" y="157029"/>
                  </a:lnTo>
                  <a:lnTo>
                    <a:pt x="0" y="157029"/>
                  </a:lnTo>
                  <a:lnTo>
                    <a:pt x="0" y="176079"/>
                  </a:lnTo>
                  <a:lnTo>
                    <a:pt x="157163" y="176079"/>
                  </a:lnTo>
                  <a:lnTo>
                    <a:pt x="157163" y="333375"/>
                  </a:lnTo>
                  <a:lnTo>
                    <a:pt x="176213" y="333375"/>
                  </a:lnTo>
                  <a:lnTo>
                    <a:pt x="176213" y="176079"/>
                  </a:lnTo>
                  <a:lnTo>
                    <a:pt x="333375" y="176079"/>
                  </a:lnTo>
                  <a:lnTo>
                    <a:pt x="333375" y="157029"/>
                  </a:lnTo>
                  <a:lnTo>
                    <a:pt x="176213" y="157029"/>
                  </a:lnTo>
                  <a:lnTo>
                    <a:pt x="176213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4" name="图形 104" descr="徽章关注 轮廓">
            <a:extLst>
              <a:ext uri="{FF2B5EF4-FFF2-40B4-BE49-F238E27FC236}">
                <a16:creationId xmlns:a16="http://schemas.microsoft.com/office/drawing/2014/main" id="{6B902BB6-3738-9B2F-5251-F0C909645DA9}"/>
              </a:ext>
            </a:extLst>
          </p:cNvPr>
          <p:cNvGrpSpPr/>
          <p:nvPr/>
        </p:nvGrpSpPr>
        <p:grpSpPr>
          <a:xfrm>
            <a:off x="6350720" y="7078916"/>
            <a:ext cx="149140" cy="149140"/>
            <a:chOff x="3066840" y="4210049"/>
            <a:chExt cx="724109" cy="724109"/>
          </a:xfrm>
          <a:solidFill>
            <a:srgbClr val="000000"/>
          </a:solidFill>
        </p:grpSpPr>
        <p:sp>
          <p:nvSpPr>
            <p:cNvPr id="155" name="任意多边形: 形状 154">
              <a:extLst>
                <a:ext uri="{FF2B5EF4-FFF2-40B4-BE49-F238E27FC236}">
                  <a16:creationId xmlns:a16="http://schemas.microsoft.com/office/drawing/2014/main" id="{48D7C29A-70D5-A15D-04C8-36CB471D12FB}"/>
                </a:ext>
              </a:extLst>
            </p:cNvPr>
            <p:cNvSpPr/>
            <p:nvPr/>
          </p:nvSpPr>
          <p:spPr>
            <a:xfrm>
              <a:off x="3066840" y="4210049"/>
              <a:ext cx="724109" cy="724109"/>
            </a:xfrm>
            <a:custGeom>
              <a:avLst/>
              <a:gdLst>
                <a:gd name="csX0" fmla="*/ 362160 w 724109"/>
                <a:gd name="csY0" fmla="*/ 0 h 724109"/>
                <a:gd name="csX1" fmla="*/ 0 w 724109"/>
                <a:gd name="csY1" fmla="*/ 361950 h 724109"/>
                <a:gd name="csX2" fmla="*/ 361950 w 724109"/>
                <a:gd name="csY2" fmla="*/ 724110 h 724109"/>
                <a:gd name="csX3" fmla="*/ 724110 w 724109"/>
                <a:gd name="csY3" fmla="*/ 362160 h 724109"/>
                <a:gd name="csX4" fmla="*/ 724110 w 724109"/>
                <a:gd name="csY4" fmla="*/ 362045 h 724109"/>
                <a:gd name="csX5" fmla="*/ 362445 w 724109"/>
                <a:gd name="csY5" fmla="*/ 0 h 724109"/>
                <a:gd name="csX6" fmla="*/ 362160 w 724109"/>
                <a:gd name="csY6" fmla="*/ 0 h 724109"/>
                <a:gd name="csX7" fmla="*/ 362160 w 724109"/>
                <a:gd name="csY7" fmla="*/ 705050 h 724109"/>
                <a:gd name="csX8" fmla="*/ 19050 w 724109"/>
                <a:gd name="csY8" fmla="*/ 362150 h 724109"/>
                <a:gd name="csX9" fmla="*/ 361950 w 724109"/>
                <a:gd name="csY9" fmla="*/ 19040 h 724109"/>
                <a:gd name="csX10" fmla="*/ 705060 w 724109"/>
                <a:gd name="csY10" fmla="*/ 361941 h 724109"/>
                <a:gd name="csX11" fmla="*/ 705060 w 724109"/>
                <a:gd name="csY11" fmla="*/ 362074 h 724109"/>
                <a:gd name="csX12" fmla="*/ 362160 w 724109"/>
                <a:gd name="csY12" fmla="*/ 705079 h 7241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24109" h="724109">
                  <a:moveTo>
                    <a:pt x="362160" y="0"/>
                  </a:moveTo>
                  <a:cubicBezTo>
                    <a:pt x="162202" y="-58"/>
                    <a:pt x="58" y="161993"/>
                    <a:pt x="0" y="361950"/>
                  </a:cubicBezTo>
                  <a:cubicBezTo>
                    <a:pt x="-58" y="561907"/>
                    <a:pt x="161993" y="724051"/>
                    <a:pt x="361950" y="724110"/>
                  </a:cubicBezTo>
                  <a:cubicBezTo>
                    <a:pt x="561907" y="724168"/>
                    <a:pt x="724051" y="562117"/>
                    <a:pt x="724110" y="362160"/>
                  </a:cubicBezTo>
                  <a:cubicBezTo>
                    <a:pt x="724110" y="362121"/>
                    <a:pt x="724110" y="362083"/>
                    <a:pt x="724110" y="362045"/>
                  </a:cubicBezTo>
                  <a:cubicBezTo>
                    <a:pt x="724214" y="162198"/>
                    <a:pt x="562292" y="105"/>
                    <a:pt x="362445" y="0"/>
                  </a:cubicBezTo>
                  <a:cubicBezTo>
                    <a:pt x="362350" y="0"/>
                    <a:pt x="362255" y="0"/>
                    <a:pt x="362160" y="0"/>
                  </a:cubicBezTo>
                  <a:close/>
                  <a:moveTo>
                    <a:pt x="362160" y="705050"/>
                  </a:moveTo>
                  <a:cubicBezTo>
                    <a:pt x="172724" y="705108"/>
                    <a:pt x="19108" y="551586"/>
                    <a:pt x="19050" y="362150"/>
                  </a:cubicBezTo>
                  <a:cubicBezTo>
                    <a:pt x="18992" y="172714"/>
                    <a:pt x="172514" y="19099"/>
                    <a:pt x="361950" y="19040"/>
                  </a:cubicBezTo>
                  <a:cubicBezTo>
                    <a:pt x="551386" y="18982"/>
                    <a:pt x="705001" y="172504"/>
                    <a:pt x="705060" y="361941"/>
                  </a:cubicBezTo>
                  <a:cubicBezTo>
                    <a:pt x="705060" y="361985"/>
                    <a:pt x="705060" y="362029"/>
                    <a:pt x="705060" y="362074"/>
                  </a:cubicBezTo>
                  <a:cubicBezTo>
                    <a:pt x="704871" y="551391"/>
                    <a:pt x="551477" y="704832"/>
                    <a:pt x="362160" y="705079"/>
                  </a:cubicBezTo>
                  <a:close/>
                </a:path>
              </a:pathLst>
            </a:custGeom>
            <a:solidFill>
              <a:srgbClr val="000000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任意多边形: 形状 155">
              <a:extLst>
                <a:ext uri="{FF2B5EF4-FFF2-40B4-BE49-F238E27FC236}">
                  <a16:creationId xmlns:a16="http://schemas.microsoft.com/office/drawing/2014/main" id="{747847BA-F396-8DDA-7D86-921CA402FCE4}"/>
                </a:ext>
              </a:extLst>
            </p:cNvPr>
            <p:cNvSpPr/>
            <p:nvPr/>
          </p:nvSpPr>
          <p:spPr>
            <a:xfrm>
              <a:off x="3257550" y="4405445"/>
              <a:ext cx="333375" cy="333375"/>
            </a:xfrm>
            <a:custGeom>
              <a:avLst/>
              <a:gdLst>
                <a:gd name="csX0" fmla="*/ 176213 w 333375"/>
                <a:gd name="csY0" fmla="*/ 0 h 333375"/>
                <a:gd name="csX1" fmla="*/ 157163 w 333375"/>
                <a:gd name="csY1" fmla="*/ 0 h 333375"/>
                <a:gd name="csX2" fmla="*/ 157163 w 333375"/>
                <a:gd name="csY2" fmla="*/ 157029 h 333375"/>
                <a:gd name="csX3" fmla="*/ 0 w 333375"/>
                <a:gd name="csY3" fmla="*/ 157029 h 333375"/>
                <a:gd name="csX4" fmla="*/ 0 w 333375"/>
                <a:gd name="csY4" fmla="*/ 176079 h 333375"/>
                <a:gd name="csX5" fmla="*/ 157163 w 333375"/>
                <a:gd name="csY5" fmla="*/ 176079 h 333375"/>
                <a:gd name="csX6" fmla="*/ 157163 w 333375"/>
                <a:gd name="csY6" fmla="*/ 333375 h 333375"/>
                <a:gd name="csX7" fmla="*/ 176213 w 333375"/>
                <a:gd name="csY7" fmla="*/ 333375 h 333375"/>
                <a:gd name="csX8" fmla="*/ 176213 w 333375"/>
                <a:gd name="csY8" fmla="*/ 176079 h 333375"/>
                <a:gd name="csX9" fmla="*/ 333375 w 333375"/>
                <a:gd name="csY9" fmla="*/ 176079 h 333375"/>
                <a:gd name="csX10" fmla="*/ 333375 w 333375"/>
                <a:gd name="csY10" fmla="*/ 157029 h 333375"/>
                <a:gd name="csX11" fmla="*/ 176213 w 333375"/>
                <a:gd name="csY11" fmla="*/ 157029 h 333375"/>
                <a:gd name="csX12" fmla="*/ 176213 w 333375"/>
                <a:gd name="csY12" fmla="*/ 0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333375" h="333375">
                  <a:moveTo>
                    <a:pt x="176213" y="0"/>
                  </a:moveTo>
                  <a:lnTo>
                    <a:pt x="157163" y="0"/>
                  </a:lnTo>
                  <a:lnTo>
                    <a:pt x="157163" y="157029"/>
                  </a:lnTo>
                  <a:lnTo>
                    <a:pt x="0" y="157029"/>
                  </a:lnTo>
                  <a:lnTo>
                    <a:pt x="0" y="176079"/>
                  </a:lnTo>
                  <a:lnTo>
                    <a:pt x="157163" y="176079"/>
                  </a:lnTo>
                  <a:lnTo>
                    <a:pt x="157163" y="333375"/>
                  </a:lnTo>
                  <a:lnTo>
                    <a:pt x="176213" y="333375"/>
                  </a:lnTo>
                  <a:lnTo>
                    <a:pt x="176213" y="176079"/>
                  </a:lnTo>
                  <a:lnTo>
                    <a:pt x="333375" y="176079"/>
                  </a:lnTo>
                  <a:lnTo>
                    <a:pt x="333375" y="157029"/>
                  </a:lnTo>
                  <a:lnTo>
                    <a:pt x="176213" y="157029"/>
                  </a:lnTo>
                  <a:lnTo>
                    <a:pt x="176213" y="0"/>
                  </a:lnTo>
                  <a:close/>
                </a:path>
              </a:pathLst>
            </a:custGeom>
            <a:solidFill>
              <a:srgbClr val="000000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158" name="连接符: 肘形 157">
            <a:extLst>
              <a:ext uri="{FF2B5EF4-FFF2-40B4-BE49-F238E27FC236}">
                <a16:creationId xmlns:a16="http://schemas.microsoft.com/office/drawing/2014/main" id="{00493176-C062-9538-41BA-18E5FA189DAA}"/>
              </a:ext>
            </a:extLst>
          </p:cNvPr>
          <p:cNvCxnSpPr>
            <a:endCxn id="155" idx="9"/>
          </p:cNvCxnSpPr>
          <p:nvPr/>
        </p:nvCxnSpPr>
        <p:spPr>
          <a:xfrm flipV="1">
            <a:off x="316992" y="7082838"/>
            <a:ext cx="6108276" cy="70648"/>
          </a:xfrm>
          <a:prstGeom prst="bentConnector5">
            <a:avLst>
              <a:gd name="adj1" fmla="val 89"/>
              <a:gd name="adj2" fmla="val 429128"/>
              <a:gd name="adj3" fmla="val 999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C73C169D-A02A-625A-6C37-85130F42FFED}"/>
              </a:ext>
            </a:extLst>
          </p:cNvPr>
          <p:cNvCxnSpPr>
            <a:cxnSpLocks/>
            <a:stCxn id="135" idx="3"/>
            <a:endCxn id="163" idx="2"/>
          </p:cNvCxnSpPr>
          <p:nvPr/>
        </p:nvCxnSpPr>
        <p:spPr>
          <a:xfrm flipV="1">
            <a:off x="1239520" y="7512896"/>
            <a:ext cx="930127" cy="50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E453670E-A8FC-4A09-565A-A60FCBD56FE5}"/>
              </a:ext>
            </a:extLst>
          </p:cNvPr>
          <p:cNvGrpSpPr/>
          <p:nvPr/>
        </p:nvGrpSpPr>
        <p:grpSpPr>
          <a:xfrm>
            <a:off x="2166790" y="7422896"/>
            <a:ext cx="180000" cy="180000"/>
            <a:chOff x="2306320" y="4206240"/>
            <a:chExt cx="320040" cy="306070"/>
          </a:xfrm>
          <a:noFill/>
        </p:grpSpPr>
        <p:sp>
          <p:nvSpPr>
            <p:cNvPr id="163" name="椭圆 162">
              <a:extLst>
                <a:ext uri="{FF2B5EF4-FFF2-40B4-BE49-F238E27FC236}">
                  <a16:creationId xmlns:a16="http://schemas.microsoft.com/office/drawing/2014/main" id="{C34687B2-B75E-15AC-15FC-473F9F7A73C5}"/>
                </a:ext>
              </a:extLst>
            </p:cNvPr>
            <p:cNvSpPr/>
            <p:nvPr/>
          </p:nvSpPr>
          <p:spPr>
            <a:xfrm>
              <a:off x="2311400" y="4206240"/>
              <a:ext cx="306070" cy="30607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任意多边形: 形状 163">
              <a:extLst>
                <a:ext uri="{FF2B5EF4-FFF2-40B4-BE49-F238E27FC236}">
                  <a16:creationId xmlns:a16="http://schemas.microsoft.com/office/drawing/2014/main" id="{0466DBE0-24B7-DE66-8E68-CD0ED97A7F4F}"/>
                </a:ext>
              </a:extLst>
            </p:cNvPr>
            <p:cNvSpPr/>
            <p:nvPr/>
          </p:nvSpPr>
          <p:spPr>
            <a:xfrm>
              <a:off x="2306320" y="4314620"/>
              <a:ext cx="320040" cy="86354"/>
            </a:xfrm>
            <a:custGeom>
              <a:avLst/>
              <a:gdLst>
                <a:gd name="csX0" fmla="*/ 0 w 320040"/>
                <a:gd name="csY0" fmla="*/ 8695 h 8695"/>
                <a:gd name="csX1" fmla="*/ 172720 w 320040"/>
                <a:gd name="csY1" fmla="*/ 8695 h 8695"/>
                <a:gd name="csX2" fmla="*/ 320040 w 320040"/>
                <a:gd name="csY2" fmla="*/ 3615 h 8695"/>
                <a:gd name="csX0" fmla="*/ 0 w 10000"/>
                <a:gd name="csY0" fmla="*/ 50628 h 50628"/>
                <a:gd name="csX1" fmla="*/ 5397 w 10000"/>
                <a:gd name="csY1" fmla="*/ 50628 h 50628"/>
                <a:gd name="csX2" fmla="*/ 10000 w 10000"/>
                <a:gd name="csY2" fmla="*/ 44786 h 50628"/>
                <a:gd name="csX0" fmla="*/ 0 w 10000"/>
                <a:gd name="csY0" fmla="*/ 50628 h 99315"/>
                <a:gd name="csX1" fmla="*/ 5397 w 10000"/>
                <a:gd name="csY1" fmla="*/ 50628 h 99315"/>
                <a:gd name="csX2" fmla="*/ 10000 w 10000"/>
                <a:gd name="csY2" fmla="*/ 44786 h 993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000" h="99315">
                  <a:moveTo>
                    <a:pt x="0" y="50628"/>
                  </a:moveTo>
                  <a:cubicBezTo>
                    <a:pt x="1799" y="50628"/>
                    <a:pt x="1515" y="160174"/>
                    <a:pt x="5397" y="50628"/>
                  </a:cubicBezTo>
                  <a:cubicBezTo>
                    <a:pt x="8373" y="-53319"/>
                    <a:pt x="8439" y="33101"/>
                    <a:pt x="10000" y="44786"/>
                  </a:cubicBezTo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67" name="连接符: 肘形 166">
            <a:extLst>
              <a:ext uri="{FF2B5EF4-FFF2-40B4-BE49-F238E27FC236}">
                <a16:creationId xmlns:a16="http://schemas.microsoft.com/office/drawing/2014/main" id="{DEB88CB9-CAB2-2ACB-40E5-2CD8DCC04985}"/>
              </a:ext>
            </a:extLst>
          </p:cNvPr>
          <p:cNvCxnSpPr>
            <a:cxnSpLocks/>
          </p:cNvCxnSpPr>
          <p:nvPr/>
        </p:nvCxnSpPr>
        <p:spPr>
          <a:xfrm flipV="1">
            <a:off x="2361882" y="7219651"/>
            <a:ext cx="1064260" cy="290855"/>
          </a:xfrm>
          <a:prstGeom prst="bentConnector3">
            <a:avLst>
              <a:gd name="adj1" fmla="val 997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直接箭头连接符 170">
            <a:extLst>
              <a:ext uri="{FF2B5EF4-FFF2-40B4-BE49-F238E27FC236}">
                <a16:creationId xmlns:a16="http://schemas.microsoft.com/office/drawing/2014/main" id="{65CE118E-65B9-2A91-87A5-4EB69E0863DB}"/>
              </a:ext>
            </a:extLst>
          </p:cNvPr>
          <p:cNvCxnSpPr>
            <a:stCxn id="131" idx="3"/>
            <a:endCxn id="132" idx="1"/>
          </p:cNvCxnSpPr>
          <p:nvPr/>
        </p:nvCxnSpPr>
        <p:spPr>
          <a:xfrm>
            <a:off x="1239520" y="7153487"/>
            <a:ext cx="1968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椭圆 174">
            <a:extLst>
              <a:ext uri="{FF2B5EF4-FFF2-40B4-BE49-F238E27FC236}">
                <a16:creationId xmlns:a16="http://schemas.microsoft.com/office/drawing/2014/main" id="{AEB2F00E-26B6-8A18-15ED-573A52965193}"/>
              </a:ext>
            </a:extLst>
          </p:cNvPr>
          <p:cNvSpPr/>
          <p:nvPr/>
        </p:nvSpPr>
        <p:spPr>
          <a:xfrm>
            <a:off x="2169647" y="7057561"/>
            <a:ext cx="172143" cy="18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任意多边形: 形状 175">
            <a:extLst>
              <a:ext uri="{FF2B5EF4-FFF2-40B4-BE49-F238E27FC236}">
                <a16:creationId xmlns:a16="http://schemas.microsoft.com/office/drawing/2014/main" id="{98B8DF07-4463-79AC-1620-7F09E723D329}"/>
              </a:ext>
            </a:extLst>
          </p:cNvPr>
          <p:cNvSpPr/>
          <p:nvPr/>
        </p:nvSpPr>
        <p:spPr>
          <a:xfrm>
            <a:off x="2166790" y="7128094"/>
            <a:ext cx="180000" cy="50785"/>
          </a:xfrm>
          <a:custGeom>
            <a:avLst/>
            <a:gdLst>
              <a:gd name="csX0" fmla="*/ 0 w 320040"/>
              <a:gd name="csY0" fmla="*/ 8695 h 8695"/>
              <a:gd name="csX1" fmla="*/ 172720 w 320040"/>
              <a:gd name="csY1" fmla="*/ 8695 h 8695"/>
              <a:gd name="csX2" fmla="*/ 320040 w 320040"/>
              <a:gd name="csY2" fmla="*/ 3615 h 8695"/>
              <a:gd name="csX0" fmla="*/ 0 w 10000"/>
              <a:gd name="csY0" fmla="*/ 50628 h 50628"/>
              <a:gd name="csX1" fmla="*/ 5397 w 10000"/>
              <a:gd name="csY1" fmla="*/ 50628 h 50628"/>
              <a:gd name="csX2" fmla="*/ 10000 w 10000"/>
              <a:gd name="csY2" fmla="*/ 44786 h 50628"/>
              <a:gd name="csX0" fmla="*/ 0 w 10000"/>
              <a:gd name="csY0" fmla="*/ 50628 h 99315"/>
              <a:gd name="csX1" fmla="*/ 5397 w 10000"/>
              <a:gd name="csY1" fmla="*/ 50628 h 99315"/>
              <a:gd name="csX2" fmla="*/ 10000 w 10000"/>
              <a:gd name="csY2" fmla="*/ 44786 h 99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000" h="99315">
                <a:moveTo>
                  <a:pt x="0" y="50628"/>
                </a:moveTo>
                <a:cubicBezTo>
                  <a:pt x="1799" y="50628"/>
                  <a:pt x="1515" y="160174"/>
                  <a:pt x="5397" y="50628"/>
                </a:cubicBezTo>
                <a:cubicBezTo>
                  <a:pt x="8373" y="-53319"/>
                  <a:pt x="8439" y="33101"/>
                  <a:pt x="10000" y="4478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B73BBBA1-43A8-7298-AE3C-D256F1AB9DAD}"/>
              </a:ext>
            </a:extLst>
          </p:cNvPr>
          <p:cNvCxnSpPr>
            <a:cxnSpLocks/>
            <a:stCxn id="132" idx="3"/>
            <a:endCxn id="176" idx="0"/>
          </p:cNvCxnSpPr>
          <p:nvPr/>
        </p:nvCxnSpPr>
        <p:spPr>
          <a:xfrm>
            <a:off x="2004060" y="7153487"/>
            <a:ext cx="162730" cy="4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989ED494-4D04-02AB-F3C5-7D305CDC3449}"/>
              </a:ext>
            </a:extLst>
          </p:cNvPr>
          <p:cNvCxnSpPr>
            <a:stCxn id="175" idx="6"/>
            <a:endCxn id="133" idx="1"/>
          </p:cNvCxnSpPr>
          <p:nvPr/>
        </p:nvCxnSpPr>
        <p:spPr>
          <a:xfrm>
            <a:off x="2341790" y="7147561"/>
            <a:ext cx="275680" cy="59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直接箭头连接符 184">
            <a:extLst>
              <a:ext uri="{FF2B5EF4-FFF2-40B4-BE49-F238E27FC236}">
                <a16:creationId xmlns:a16="http://schemas.microsoft.com/office/drawing/2014/main" id="{928646A2-4DCD-79EC-E27A-164475FB0D06}"/>
              </a:ext>
            </a:extLst>
          </p:cNvPr>
          <p:cNvCxnSpPr>
            <a:stCxn id="133" idx="3"/>
            <a:endCxn id="141" idx="1"/>
          </p:cNvCxnSpPr>
          <p:nvPr/>
        </p:nvCxnSpPr>
        <p:spPr>
          <a:xfrm flipV="1">
            <a:off x="3185160" y="7149696"/>
            <a:ext cx="160749" cy="37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A820571B-64F5-70B7-7BBD-0CAD35A92502}"/>
              </a:ext>
            </a:extLst>
          </p:cNvPr>
          <p:cNvCxnSpPr>
            <a:stCxn id="141" idx="3"/>
            <a:endCxn id="134" idx="1"/>
          </p:cNvCxnSpPr>
          <p:nvPr/>
        </p:nvCxnSpPr>
        <p:spPr>
          <a:xfrm>
            <a:off x="3512092" y="7149743"/>
            <a:ext cx="297908" cy="37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E6B7DB96-E6FA-1C3D-A8DB-6694CAC0F986}"/>
              </a:ext>
            </a:extLst>
          </p:cNvPr>
          <p:cNvCxnSpPr>
            <a:stCxn id="134" idx="3"/>
            <a:endCxn id="136" idx="1"/>
          </p:cNvCxnSpPr>
          <p:nvPr/>
        </p:nvCxnSpPr>
        <p:spPr>
          <a:xfrm>
            <a:off x="4514850" y="7153487"/>
            <a:ext cx="2514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直接箭头连接符 190">
            <a:extLst>
              <a:ext uri="{FF2B5EF4-FFF2-40B4-BE49-F238E27FC236}">
                <a16:creationId xmlns:a16="http://schemas.microsoft.com/office/drawing/2014/main" id="{0C0E30D3-F98B-B095-3239-043820A0BEA9}"/>
              </a:ext>
            </a:extLst>
          </p:cNvPr>
          <p:cNvCxnSpPr>
            <a:stCxn id="136" idx="3"/>
            <a:endCxn id="137" idx="1"/>
          </p:cNvCxnSpPr>
          <p:nvPr/>
        </p:nvCxnSpPr>
        <p:spPr>
          <a:xfrm>
            <a:off x="5334000" y="7153487"/>
            <a:ext cx="2405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直接箭头连接符 192">
            <a:extLst>
              <a:ext uri="{FF2B5EF4-FFF2-40B4-BE49-F238E27FC236}">
                <a16:creationId xmlns:a16="http://schemas.microsoft.com/office/drawing/2014/main" id="{56EA840B-CD45-0500-97DD-C45759F1F87C}"/>
              </a:ext>
            </a:extLst>
          </p:cNvPr>
          <p:cNvCxnSpPr>
            <a:stCxn id="137" idx="3"/>
            <a:endCxn id="155" idx="1"/>
          </p:cNvCxnSpPr>
          <p:nvPr/>
        </p:nvCxnSpPr>
        <p:spPr>
          <a:xfrm flipV="1">
            <a:off x="6142194" y="7153464"/>
            <a:ext cx="208526" cy="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>
            <a:extLst>
              <a:ext uri="{FF2B5EF4-FFF2-40B4-BE49-F238E27FC236}">
                <a16:creationId xmlns:a16="http://schemas.microsoft.com/office/drawing/2014/main" id="{F6D857D5-EA9D-75CD-F82A-407E4ECCDCD4}"/>
              </a:ext>
            </a:extLst>
          </p:cNvPr>
          <p:cNvCxnSpPr/>
          <p:nvPr/>
        </p:nvCxnSpPr>
        <p:spPr>
          <a:xfrm>
            <a:off x="6499860" y="7153486"/>
            <a:ext cx="2209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矩形: 圆角 196">
            <a:extLst>
              <a:ext uri="{FF2B5EF4-FFF2-40B4-BE49-F238E27FC236}">
                <a16:creationId xmlns:a16="http://schemas.microsoft.com/office/drawing/2014/main" id="{78169DC7-D77E-93A4-B402-4CFDF1052C26}"/>
              </a:ext>
            </a:extLst>
          </p:cNvPr>
          <p:cNvSpPr/>
          <p:nvPr/>
        </p:nvSpPr>
        <p:spPr>
          <a:xfrm>
            <a:off x="34217" y="7771509"/>
            <a:ext cx="6804000" cy="272246"/>
          </a:xfrm>
          <a:prstGeom prst="roundRect">
            <a:avLst/>
          </a:prstGeom>
          <a:solidFill>
            <a:srgbClr val="D9D9D9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8" name="图形 138" descr="十字架徽章 轮廓">
            <a:extLst>
              <a:ext uri="{FF2B5EF4-FFF2-40B4-BE49-F238E27FC236}">
                <a16:creationId xmlns:a16="http://schemas.microsoft.com/office/drawing/2014/main" id="{37B48493-9289-B91D-77F7-7B0622D5116B}"/>
              </a:ext>
            </a:extLst>
          </p:cNvPr>
          <p:cNvGrpSpPr/>
          <p:nvPr/>
        </p:nvGrpSpPr>
        <p:grpSpPr>
          <a:xfrm>
            <a:off x="325849" y="7820109"/>
            <a:ext cx="166182" cy="166182"/>
            <a:chOff x="3005697" y="4148772"/>
            <a:chExt cx="258265" cy="258265"/>
          </a:xfrm>
          <a:solidFill>
            <a:srgbClr val="000000"/>
          </a:solidFill>
        </p:grpSpPr>
        <p:sp>
          <p:nvSpPr>
            <p:cNvPr id="199" name="任意多边形: 形状 198">
              <a:extLst>
                <a:ext uri="{FF2B5EF4-FFF2-40B4-BE49-F238E27FC236}">
                  <a16:creationId xmlns:a16="http://schemas.microsoft.com/office/drawing/2014/main" id="{C6B32466-6877-D50B-18B1-65207BC5B819}"/>
                </a:ext>
              </a:extLst>
            </p:cNvPr>
            <p:cNvSpPr/>
            <p:nvPr/>
          </p:nvSpPr>
          <p:spPr>
            <a:xfrm>
              <a:off x="3005697" y="4148772"/>
              <a:ext cx="258265" cy="258265"/>
            </a:xfrm>
            <a:custGeom>
              <a:avLst/>
              <a:gdLst>
                <a:gd name="csX0" fmla="*/ 129170 w 258265"/>
                <a:gd name="csY0" fmla="*/ 0 h 258265"/>
                <a:gd name="csX1" fmla="*/ 0 w 258265"/>
                <a:gd name="csY1" fmla="*/ 129096 h 258265"/>
                <a:gd name="csX2" fmla="*/ 129096 w 258265"/>
                <a:gd name="csY2" fmla="*/ 258266 h 258265"/>
                <a:gd name="csX3" fmla="*/ 258266 w 258265"/>
                <a:gd name="csY3" fmla="*/ 129170 h 258265"/>
                <a:gd name="csX4" fmla="*/ 258266 w 258265"/>
                <a:gd name="csY4" fmla="*/ 129129 h 258265"/>
                <a:gd name="csX5" fmla="*/ 129272 w 258265"/>
                <a:gd name="csY5" fmla="*/ 0 h 258265"/>
                <a:gd name="csX6" fmla="*/ 129170 w 258265"/>
                <a:gd name="csY6" fmla="*/ 0 h 258265"/>
                <a:gd name="csX7" fmla="*/ 129170 w 258265"/>
                <a:gd name="csY7" fmla="*/ 251468 h 258265"/>
                <a:gd name="csX8" fmla="*/ 6795 w 258265"/>
                <a:gd name="csY8" fmla="*/ 129167 h 258265"/>
                <a:gd name="csX9" fmla="*/ 129096 w 258265"/>
                <a:gd name="csY9" fmla="*/ 6791 h 258265"/>
                <a:gd name="csX10" fmla="*/ 251471 w 258265"/>
                <a:gd name="csY10" fmla="*/ 129092 h 258265"/>
                <a:gd name="csX11" fmla="*/ 251471 w 258265"/>
                <a:gd name="csY11" fmla="*/ 129140 h 258265"/>
                <a:gd name="csX12" fmla="*/ 129170 w 258265"/>
                <a:gd name="csY12" fmla="*/ 251478 h 2582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58265" h="258265">
                  <a:moveTo>
                    <a:pt x="129170" y="0"/>
                  </a:moveTo>
                  <a:cubicBezTo>
                    <a:pt x="57852" y="-21"/>
                    <a:pt x="21" y="57777"/>
                    <a:pt x="0" y="129096"/>
                  </a:cubicBezTo>
                  <a:cubicBezTo>
                    <a:pt x="-21" y="200414"/>
                    <a:pt x="57777" y="258245"/>
                    <a:pt x="129096" y="258266"/>
                  </a:cubicBezTo>
                  <a:cubicBezTo>
                    <a:pt x="200414" y="258286"/>
                    <a:pt x="258245" y="200488"/>
                    <a:pt x="258266" y="129170"/>
                  </a:cubicBezTo>
                  <a:cubicBezTo>
                    <a:pt x="258266" y="129157"/>
                    <a:pt x="258266" y="129143"/>
                    <a:pt x="258266" y="129129"/>
                  </a:cubicBezTo>
                  <a:cubicBezTo>
                    <a:pt x="258303" y="57851"/>
                    <a:pt x="200551" y="37"/>
                    <a:pt x="129272" y="0"/>
                  </a:cubicBezTo>
                  <a:cubicBezTo>
                    <a:pt x="129238" y="0"/>
                    <a:pt x="129204" y="0"/>
                    <a:pt x="129170" y="0"/>
                  </a:cubicBezTo>
                  <a:close/>
                  <a:moveTo>
                    <a:pt x="129170" y="251468"/>
                  </a:moveTo>
                  <a:cubicBezTo>
                    <a:pt x="61605" y="251489"/>
                    <a:pt x="6815" y="196732"/>
                    <a:pt x="6795" y="129167"/>
                  </a:cubicBezTo>
                  <a:cubicBezTo>
                    <a:pt x="6774" y="61601"/>
                    <a:pt x="61530" y="6812"/>
                    <a:pt x="129096" y="6791"/>
                  </a:cubicBezTo>
                  <a:cubicBezTo>
                    <a:pt x="196661" y="6770"/>
                    <a:pt x="251451" y="61527"/>
                    <a:pt x="251471" y="129092"/>
                  </a:cubicBezTo>
                  <a:cubicBezTo>
                    <a:pt x="251471" y="129108"/>
                    <a:pt x="251471" y="129124"/>
                    <a:pt x="251471" y="129140"/>
                  </a:cubicBezTo>
                  <a:cubicBezTo>
                    <a:pt x="251404" y="196663"/>
                    <a:pt x="196693" y="251390"/>
                    <a:pt x="129170" y="251478"/>
                  </a:cubicBezTo>
                  <a:close/>
                </a:path>
              </a:pathLst>
            </a:custGeom>
            <a:solidFill>
              <a:srgbClr val="000000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任意多边形: 形状 199">
              <a:extLst>
                <a:ext uri="{FF2B5EF4-FFF2-40B4-BE49-F238E27FC236}">
                  <a16:creationId xmlns:a16="http://schemas.microsoft.com/office/drawing/2014/main" id="{72AF067E-A889-8E74-16B7-4B5D61A54E59}"/>
                </a:ext>
              </a:extLst>
            </p:cNvPr>
            <p:cNvSpPr/>
            <p:nvPr/>
          </p:nvSpPr>
          <p:spPr>
            <a:xfrm>
              <a:off x="3082349" y="4225404"/>
              <a:ext cx="105022" cy="105022"/>
            </a:xfrm>
            <a:custGeom>
              <a:avLst/>
              <a:gdLst>
                <a:gd name="csX0" fmla="*/ 100219 w 105022"/>
                <a:gd name="csY0" fmla="*/ 0 h 105022"/>
                <a:gd name="csX1" fmla="*/ 52511 w 105022"/>
                <a:gd name="csY1" fmla="*/ 47708 h 105022"/>
                <a:gd name="csX2" fmla="*/ 4804 w 105022"/>
                <a:gd name="csY2" fmla="*/ 0 h 105022"/>
                <a:gd name="csX3" fmla="*/ 0 w 105022"/>
                <a:gd name="csY3" fmla="*/ 4804 h 105022"/>
                <a:gd name="csX4" fmla="*/ 47708 w 105022"/>
                <a:gd name="csY4" fmla="*/ 52511 h 105022"/>
                <a:gd name="csX5" fmla="*/ 0 w 105022"/>
                <a:gd name="csY5" fmla="*/ 100219 h 105022"/>
                <a:gd name="csX6" fmla="*/ 4804 w 105022"/>
                <a:gd name="csY6" fmla="*/ 105023 h 105022"/>
                <a:gd name="csX7" fmla="*/ 52511 w 105022"/>
                <a:gd name="csY7" fmla="*/ 57315 h 105022"/>
                <a:gd name="csX8" fmla="*/ 100219 w 105022"/>
                <a:gd name="csY8" fmla="*/ 105023 h 105022"/>
                <a:gd name="csX9" fmla="*/ 105023 w 105022"/>
                <a:gd name="csY9" fmla="*/ 100219 h 105022"/>
                <a:gd name="csX10" fmla="*/ 57315 w 105022"/>
                <a:gd name="csY10" fmla="*/ 52511 h 105022"/>
                <a:gd name="csX11" fmla="*/ 105023 w 105022"/>
                <a:gd name="csY11" fmla="*/ 4804 h 105022"/>
                <a:gd name="csX12" fmla="*/ 100219 w 105022"/>
                <a:gd name="csY12" fmla="*/ 0 h 1050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05022" h="105022">
                  <a:moveTo>
                    <a:pt x="100219" y="0"/>
                  </a:moveTo>
                  <a:lnTo>
                    <a:pt x="52511" y="47708"/>
                  </a:lnTo>
                  <a:lnTo>
                    <a:pt x="4804" y="0"/>
                  </a:lnTo>
                  <a:lnTo>
                    <a:pt x="0" y="4804"/>
                  </a:lnTo>
                  <a:lnTo>
                    <a:pt x="47708" y="52511"/>
                  </a:lnTo>
                  <a:lnTo>
                    <a:pt x="0" y="100219"/>
                  </a:lnTo>
                  <a:lnTo>
                    <a:pt x="4804" y="105023"/>
                  </a:lnTo>
                  <a:lnTo>
                    <a:pt x="52511" y="57315"/>
                  </a:lnTo>
                  <a:lnTo>
                    <a:pt x="100219" y="105023"/>
                  </a:lnTo>
                  <a:lnTo>
                    <a:pt x="105023" y="100219"/>
                  </a:lnTo>
                  <a:lnTo>
                    <a:pt x="57315" y="52511"/>
                  </a:lnTo>
                  <a:lnTo>
                    <a:pt x="105023" y="4804"/>
                  </a:lnTo>
                  <a:lnTo>
                    <a:pt x="100219" y="0"/>
                  </a:lnTo>
                  <a:close/>
                </a:path>
              </a:pathLst>
            </a:custGeom>
            <a:solidFill>
              <a:srgbClr val="000000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1" name="图形 104" descr="徽章关注 轮廓">
            <a:extLst>
              <a:ext uri="{FF2B5EF4-FFF2-40B4-BE49-F238E27FC236}">
                <a16:creationId xmlns:a16="http://schemas.microsoft.com/office/drawing/2014/main" id="{516B9D62-E5C5-90C2-C69C-9885C4B31A28}"/>
              </a:ext>
            </a:extLst>
          </p:cNvPr>
          <p:cNvGrpSpPr/>
          <p:nvPr/>
        </p:nvGrpSpPr>
        <p:grpSpPr>
          <a:xfrm>
            <a:off x="1704974" y="7807811"/>
            <a:ext cx="190779" cy="190779"/>
            <a:chOff x="3066840" y="4210049"/>
            <a:chExt cx="724109" cy="724109"/>
          </a:xfrm>
          <a:solidFill>
            <a:srgbClr val="000000"/>
          </a:solidFill>
        </p:grpSpPr>
        <p:sp>
          <p:nvSpPr>
            <p:cNvPr id="202" name="任意多边形: 形状 201">
              <a:extLst>
                <a:ext uri="{FF2B5EF4-FFF2-40B4-BE49-F238E27FC236}">
                  <a16:creationId xmlns:a16="http://schemas.microsoft.com/office/drawing/2014/main" id="{21561D85-2E9F-26DC-4E9C-29CE9395CF04}"/>
                </a:ext>
              </a:extLst>
            </p:cNvPr>
            <p:cNvSpPr/>
            <p:nvPr/>
          </p:nvSpPr>
          <p:spPr>
            <a:xfrm>
              <a:off x="3066840" y="4210049"/>
              <a:ext cx="724109" cy="724109"/>
            </a:xfrm>
            <a:custGeom>
              <a:avLst/>
              <a:gdLst>
                <a:gd name="csX0" fmla="*/ 362160 w 724109"/>
                <a:gd name="csY0" fmla="*/ 0 h 724109"/>
                <a:gd name="csX1" fmla="*/ 0 w 724109"/>
                <a:gd name="csY1" fmla="*/ 361950 h 724109"/>
                <a:gd name="csX2" fmla="*/ 361950 w 724109"/>
                <a:gd name="csY2" fmla="*/ 724110 h 724109"/>
                <a:gd name="csX3" fmla="*/ 724110 w 724109"/>
                <a:gd name="csY3" fmla="*/ 362160 h 724109"/>
                <a:gd name="csX4" fmla="*/ 724110 w 724109"/>
                <a:gd name="csY4" fmla="*/ 362045 h 724109"/>
                <a:gd name="csX5" fmla="*/ 362445 w 724109"/>
                <a:gd name="csY5" fmla="*/ 0 h 724109"/>
                <a:gd name="csX6" fmla="*/ 362160 w 724109"/>
                <a:gd name="csY6" fmla="*/ 0 h 724109"/>
                <a:gd name="csX7" fmla="*/ 362160 w 724109"/>
                <a:gd name="csY7" fmla="*/ 705050 h 724109"/>
                <a:gd name="csX8" fmla="*/ 19050 w 724109"/>
                <a:gd name="csY8" fmla="*/ 362150 h 724109"/>
                <a:gd name="csX9" fmla="*/ 361950 w 724109"/>
                <a:gd name="csY9" fmla="*/ 19040 h 724109"/>
                <a:gd name="csX10" fmla="*/ 705060 w 724109"/>
                <a:gd name="csY10" fmla="*/ 361941 h 724109"/>
                <a:gd name="csX11" fmla="*/ 705060 w 724109"/>
                <a:gd name="csY11" fmla="*/ 362074 h 724109"/>
                <a:gd name="csX12" fmla="*/ 362160 w 724109"/>
                <a:gd name="csY12" fmla="*/ 705079 h 7241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24109" h="724109">
                  <a:moveTo>
                    <a:pt x="362160" y="0"/>
                  </a:moveTo>
                  <a:cubicBezTo>
                    <a:pt x="162202" y="-58"/>
                    <a:pt x="58" y="161993"/>
                    <a:pt x="0" y="361950"/>
                  </a:cubicBezTo>
                  <a:cubicBezTo>
                    <a:pt x="-58" y="561907"/>
                    <a:pt x="161993" y="724051"/>
                    <a:pt x="361950" y="724110"/>
                  </a:cubicBezTo>
                  <a:cubicBezTo>
                    <a:pt x="561907" y="724168"/>
                    <a:pt x="724051" y="562117"/>
                    <a:pt x="724110" y="362160"/>
                  </a:cubicBezTo>
                  <a:cubicBezTo>
                    <a:pt x="724110" y="362121"/>
                    <a:pt x="724110" y="362083"/>
                    <a:pt x="724110" y="362045"/>
                  </a:cubicBezTo>
                  <a:cubicBezTo>
                    <a:pt x="724214" y="162198"/>
                    <a:pt x="562292" y="105"/>
                    <a:pt x="362445" y="0"/>
                  </a:cubicBezTo>
                  <a:cubicBezTo>
                    <a:pt x="362350" y="0"/>
                    <a:pt x="362255" y="0"/>
                    <a:pt x="362160" y="0"/>
                  </a:cubicBezTo>
                  <a:close/>
                  <a:moveTo>
                    <a:pt x="362160" y="705050"/>
                  </a:moveTo>
                  <a:cubicBezTo>
                    <a:pt x="172724" y="705108"/>
                    <a:pt x="19108" y="551586"/>
                    <a:pt x="19050" y="362150"/>
                  </a:cubicBezTo>
                  <a:cubicBezTo>
                    <a:pt x="18992" y="172714"/>
                    <a:pt x="172514" y="19099"/>
                    <a:pt x="361950" y="19040"/>
                  </a:cubicBezTo>
                  <a:cubicBezTo>
                    <a:pt x="551386" y="18982"/>
                    <a:pt x="705001" y="172504"/>
                    <a:pt x="705060" y="361941"/>
                  </a:cubicBezTo>
                  <a:cubicBezTo>
                    <a:pt x="705060" y="361985"/>
                    <a:pt x="705060" y="362029"/>
                    <a:pt x="705060" y="362074"/>
                  </a:cubicBezTo>
                  <a:cubicBezTo>
                    <a:pt x="704871" y="551391"/>
                    <a:pt x="551477" y="704832"/>
                    <a:pt x="362160" y="705079"/>
                  </a:cubicBezTo>
                  <a:close/>
                </a:path>
              </a:pathLst>
            </a:custGeom>
            <a:solidFill>
              <a:srgbClr val="000000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任意多边形: 形状 202">
              <a:extLst>
                <a:ext uri="{FF2B5EF4-FFF2-40B4-BE49-F238E27FC236}">
                  <a16:creationId xmlns:a16="http://schemas.microsoft.com/office/drawing/2014/main" id="{34D31DA7-21C5-E2C5-997B-3E7ED28FD452}"/>
                </a:ext>
              </a:extLst>
            </p:cNvPr>
            <p:cNvSpPr/>
            <p:nvPr/>
          </p:nvSpPr>
          <p:spPr>
            <a:xfrm>
              <a:off x="3257550" y="4405445"/>
              <a:ext cx="333375" cy="333375"/>
            </a:xfrm>
            <a:custGeom>
              <a:avLst/>
              <a:gdLst>
                <a:gd name="csX0" fmla="*/ 176213 w 333375"/>
                <a:gd name="csY0" fmla="*/ 0 h 333375"/>
                <a:gd name="csX1" fmla="*/ 157163 w 333375"/>
                <a:gd name="csY1" fmla="*/ 0 h 333375"/>
                <a:gd name="csX2" fmla="*/ 157163 w 333375"/>
                <a:gd name="csY2" fmla="*/ 157029 h 333375"/>
                <a:gd name="csX3" fmla="*/ 0 w 333375"/>
                <a:gd name="csY3" fmla="*/ 157029 h 333375"/>
                <a:gd name="csX4" fmla="*/ 0 w 333375"/>
                <a:gd name="csY4" fmla="*/ 176079 h 333375"/>
                <a:gd name="csX5" fmla="*/ 157163 w 333375"/>
                <a:gd name="csY5" fmla="*/ 176079 h 333375"/>
                <a:gd name="csX6" fmla="*/ 157163 w 333375"/>
                <a:gd name="csY6" fmla="*/ 333375 h 333375"/>
                <a:gd name="csX7" fmla="*/ 176213 w 333375"/>
                <a:gd name="csY7" fmla="*/ 333375 h 333375"/>
                <a:gd name="csX8" fmla="*/ 176213 w 333375"/>
                <a:gd name="csY8" fmla="*/ 176079 h 333375"/>
                <a:gd name="csX9" fmla="*/ 333375 w 333375"/>
                <a:gd name="csY9" fmla="*/ 176079 h 333375"/>
                <a:gd name="csX10" fmla="*/ 333375 w 333375"/>
                <a:gd name="csY10" fmla="*/ 157029 h 333375"/>
                <a:gd name="csX11" fmla="*/ 176213 w 333375"/>
                <a:gd name="csY11" fmla="*/ 157029 h 333375"/>
                <a:gd name="csX12" fmla="*/ 176213 w 333375"/>
                <a:gd name="csY12" fmla="*/ 0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333375" h="333375">
                  <a:moveTo>
                    <a:pt x="176213" y="0"/>
                  </a:moveTo>
                  <a:lnTo>
                    <a:pt x="157163" y="0"/>
                  </a:lnTo>
                  <a:lnTo>
                    <a:pt x="157163" y="157029"/>
                  </a:lnTo>
                  <a:lnTo>
                    <a:pt x="0" y="157029"/>
                  </a:lnTo>
                  <a:lnTo>
                    <a:pt x="0" y="176079"/>
                  </a:lnTo>
                  <a:lnTo>
                    <a:pt x="157163" y="176079"/>
                  </a:lnTo>
                  <a:lnTo>
                    <a:pt x="157163" y="333375"/>
                  </a:lnTo>
                  <a:lnTo>
                    <a:pt x="176213" y="333375"/>
                  </a:lnTo>
                  <a:lnTo>
                    <a:pt x="176213" y="176079"/>
                  </a:lnTo>
                  <a:lnTo>
                    <a:pt x="333375" y="176079"/>
                  </a:lnTo>
                  <a:lnTo>
                    <a:pt x="333375" y="157029"/>
                  </a:lnTo>
                  <a:lnTo>
                    <a:pt x="176213" y="157029"/>
                  </a:lnTo>
                  <a:lnTo>
                    <a:pt x="176213" y="0"/>
                  </a:lnTo>
                  <a:close/>
                </a:path>
              </a:pathLst>
            </a:custGeom>
            <a:solidFill>
              <a:srgbClr val="000000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4" name="椭圆 203">
            <a:extLst>
              <a:ext uri="{FF2B5EF4-FFF2-40B4-BE49-F238E27FC236}">
                <a16:creationId xmlns:a16="http://schemas.microsoft.com/office/drawing/2014/main" id="{F8F420E8-B7CC-0663-DD4C-5C6DDBCBBDAD}"/>
              </a:ext>
            </a:extLst>
          </p:cNvPr>
          <p:cNvSpPr/>
          <p:nvPr/>
        </p:nvSpPr>
        <p:spPr>
          <a:xfrm>
            <a:off x="2815590" y="7817475"/>
            <a:ext cx="171450" cy="17145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C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grpSp>
        <p:nvGrpSpPr>
          <p:cNvPr id="205" name="组合 204">
            <a:extLst>
              <a:ext uri="{FF2B5EF4-FFF2-40B4-BE49-F238E27FC236}">
                <a16:creationId xmlns:a16="http://schemas.microsoft.com/office/drawing/2014/main" id="{C0B25CB6-A54B-538A-12E7-18FC50FC0AB3}"/>
              </a:ext>
            </a:extLst>
          </p:cNvPr>
          <p:cNvGrpSpPr/>
          <p:nvPr/>
        </p:nvGrpSpPr>
        <p:grpSpPr>
          <a:xfrm>
            <a:off x="3790972" y="7813200"/>
            <a:ext cx="180000" cy="180000"/>
            <a:chOff x="2306320" y="4206240"/>
            <a:chExt cx="320040" cy="306070"/>
          </a:xfrm>
          <a:noFill/>
        </p:grpSpPr>
        <p:sp>
          <p:nvSpPr>
            <p:cNvPr id="206" name="椭圆 205">
              <a:extLst>
                <a:ext uri="{FF2B5EF4-FFF2-40B4-BE49-F238E27FC236}">
                  <a16:creationId xmlns:a16="http://schemas.microsoft.com/office/drawing/2014/main" id="{1454E46A-9259-8DDA-F726-BEF07BBED9D8}"/>
                </a:ext>
              </a:extLst>
            </p:cNvPr>
            <p:cNvSpPr/>
            <p:nvPr/>
          </p:nvSpPr>
          <p:spPr>
            <a:xfrm>
              <a:off x="2311400" y="4206240"/>
              <a:ext cx="306070" cy="306070"/>
            </a:xfrm>
            <a:prstGeom prst="ellipse">
              <a:avLst/>
            </a:prstGeom>
            <a:grp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任意多边形: 形状 206">
              <a:extLst>
                <a:ext uri="{FF2B5EF4-FFF2-40B4-BE49-F238E27FC236}">
                  <a16:creationId xmlns:a16="http://schemas.microsoft.com/office/drawing/2014/main" id="{CCEC9AE7-BB5C-5DF7-9FEE-AA746DC8653B}"/>
                </a:ext>
              </a:extLst>
            </p:cNvPr>
            <p:cNvSpPr/>
            <p:nvPr/>
          </p:nvSpPr>
          <p:spPr>
            <a:xfrm>
              <a:off x="2306320" y="4314620"/>
              <a:ext cx="320040" cy="86354"/>
            </a:xfrm>
            <a:custGeom>
              <a:avLst/>
              <a:gdLst>
                <a:gd name="csX0" fmla="*/ 0 w 320040"/>
                <a:gd name="csY0" fmla="*/ 8695 h 8695"/>
                <a:gd name="csX1" fmla="*/ 172720 w 320040"/>
                <a:gd name="csY1" fmla="*/ 8695 h 8695"/>
                <a:gd name="csX2" fmla="*/ 320040 w 320040"/>
                <a:gd name="csY2" fmla="*/ 3615 h 8695"/>
                <a:gd name="csX0" fmla="*/ 0 w 10000"/>
                <a:gd name="csY0" fmla="*/ 50628 h 50628"/>
                <a:gd name="csX1" fmla="*/ 5397 w 10000"/>
                <a:gd name="csY1" fmla="*/ 50628 h 50628"/>
                <a:gd name="csX2" fmla="*/ 10000 w 10000"/>
                <a:gd name="csY2" fmla="*/ 44786 h 50628"/>
                <a:gd name="csX0" fmla="*/ 0 w 10000"/>
                <a:gd name="csY0" fmla="*/ 50628 h 99315"/>
                <a:gd name="csX1" fmla="*/ 5397 w 10000"/>
                <a:gd name="csY1" fmla="*/ 50628 h 99315"/>
                <a:gd name="csX2" fmla="*/ 10000 w 10000"/>
                <a:gd name="csY2" fmla="*/ 44786 h 993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000" h="99315">
                  <a:moveTo>
                    <a:pt x="0" y="50628"/>
                  </a:moveTo>
                  <a:cubicBezTo>
                    <a:pt x="1799" y="50628"/>
                    <a:pt x="1515" y="160174"/>
                    <a:pt x="5397" y="50628"/>
                  </a:cubicBezTo>
                  <a:cubicBezTo>
                    <a:pt x="8373" y="-53319"/>
                    <a:pt x="8439" y="33101"/>
                    <a:pt x="10000" y="44786"/>
                  </a:cubicBezTo>
                </a:path>
              </a:pathLst>
            </a:custGeom>
            <a:grp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08" name="矩形: 圆角 207">
            <a:extLst>
              <a:ext uri="{FF2B5EF4-FFF2-40B4-BE49-F238E27FC236}">
                <a16:creationId xmlns:a16="http://schemas.microsoft.com/office/drawing/2014/main" id="{DEDABAFB-1843-35DB-2E9A-9E83B8E56027}"/>
              </a:ext>
            </a:extLst>
          </p:cNvPr>
          <p:cNvSpPr/>
          <p:nvPr/>
        </p:nvSpPr>
        <p:spPr>
          <a:xfrm>
            <a:off x="4742814" y="7832541"/>
            <a:ext cx="404496" cy="141318"/>
          </a:xfrm>
          <a:prstGeom prst="roundRect">
            <a:avLst>
              <a:gd name="adj" fmla="val 13900"/>
            </a:avLst>
          </a:prstGeom>
          <a:solidFill>
            <a:srgbClr val="CBECCE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1×1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grpSp>
        <p:nvGrpSpPr>
          <p:cNvPr id="250" name="组合 249">
            <a:extLst>
              <a:ext uri="{FF2B5EF4-FFF2-40B4-BE49-F238E27FC236}">
                <a16:creationId xmlns:a16="http://schemas.microsoft.com/office/drawing/2014/main" id="{10C44E12-C99A-46E8-DE07-B4CD22AC33E6}"/>
              </a:ext>
            </a:extLst>
          </p:cNvPr>
          <p:cNvGrpSpPr/>
          <p:nvPr/>
        </p:nvGrpSpPr>
        <p:grpSpPr>
          <a:xfrm>
            <a:off x="4742297" y="5772931"/>
            <a:ext cx="493396" cy="486316"/>
            <a:chOff x="4707572" y="5716410"/>
            <a:chExt cx="493396" cy="486316"/>
          </a:xfrm>
        </p:grpSpPr>
        <p:sp>
          <p:nvSpPr>
            <p:cNvPr id="214" name="立方体 213">
              <a:extLst>
                <a:ext uri="{FF2B5EF4-FFF2-40B4-BE49-F238E27FC236}">
                  <a16:creationId xmlns:a16="http://schemas.microsoft.com/office/drawing/2014/main" id="{95D06E9B-2B1D-BE66-D54F-B44308095900}"/>
                </a:ext>
              </a:extLst>
            </p:cNvPr>
            <p:cNvSpPr/>
            <p:nvPr/>
          </p:nvSpPr>
          <p:spPr>
            <a:xfrm>
              <a:off x="4861878" y="5716410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立方体 214">
              <a:extLst>
                <a:ext uri="{FF2B5EF4-FFF2-40B4-BE49-F238E27FC236}">
                  <a16:creationId xmlns:a16="http://schemas.microsoft.com/office/drawing/2014/main" id="{8E10BEF1-9AF9-21EB-710D-B6CB049E0E24}"/>
                </a:ext>
              </a:extLst>
            </p:cNvPr>
            <p:cNvSpPr/>
            <p:nvPr/>
          </p:nvSpPr>
          <p:spPr>
            <a:xfrm>
              <a:off x="4861878" y="5832519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立方体 215">
              <a:extLst>
                <a:ext uri="{FF2B5EF4-FFF2-40B4-BE49-F238E27FC236}">
                  <a16:creationId xmlns:a16="http://schemas.microsoft.com/office/drawing/2014/main" id="{A84B1481-8FA9-86E6-ADF5-82FF61E293E8}"/>
                </a:ext>
              </a:extLst>
            </p:cNvPr>
            <p:cNvSpPr/>
            <p:nvPr/>
          </p:nvSpPr>
          <p:spPr>
            <a:xfrm>
              <a:off x="4861878" y="5942374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立方体 216">
              <a:extLst>
                <a:ext uri="{FF2B5EF4-FFF2-40B4-BE49-F238E27FC236}">
                  <a16:creationId xmlns:a16="http://schemas.microsoft.com/office/drawing/2014/main" id="{FD18C8AB-63AD-1E06-DDF5-C3A953C687E2}"/>
                </a:ext>
              </a:extLst>
            </p:cNvPr>
            <p:cNvSpPr/>
            <p:nvPr/>
          </p:nvSpPr>
          <p:spPr>
            <a:xfrm>
              <a:off x="4784609" y="5773538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立方体 217">
              <a:extLst>
                <a:ext uri="{FF2B5EF4-FFF2-40B4-BE49-F238E27FC236}">
                  <a16:creationId xmlns:a16="http://schemas.microsoft.com/office/drawing/2014/main" id="{9A26C3B7-4F12-9ECC-FB35-2BB080D3FAE5}"/>
                </a:ext>
              </a:extLst>
            </p:cNvPr>
            <p:cNvSpPr/>
            <p:nvPr/>
          </p:nvSpPr>
          <p:spPr>
            <a:xfrm>
              <a:off x="4784609" y="5889647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立方体 218">
              <a:extLst>
                <a:ext uri="{FF2B5EF4-FFF2-40B4-BE49-F238E27FC236}">
                  <a16:creationId xmlns:a16="http://schemas.microsoft.com/office/drawing/2014/main" id="{620A9971-F3BE-0771-811A-58B9DF066CE4}"/>
                </a:ext>
              </a:extLst>
            </p:cNvPr>
            <p:cNvSpPr/>
            <p:nvPr/>
          </p:nvSpPr>
          <p:spPr>
            <a:xfrm>
              <a:off x="4784609" y="5999502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" name="立方体 219">
              <a:extLst>
                <a:ext uri="{FF2B5EF4-FFF2-40B4-BE49-F238E27FC236}">
                  <a16:creationId xmlns:a16="http://schemas.microsoft.com/office/drawing/2014/main" id="{95BDF91A-955F-9EE5-E73E-8A5398C6030C}"/>
                </a:ext>
              </a:extLst>
            </p:cNvPr>
            <p:cNvSpPr/>
            <p:nvPr/>
          </p:nvSpPr>
          <p:spPr>
            <a:xfrm>
              <a:off x="4707572" y="5828807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" name="立方体 220">
              <a:extLst>
                <a:ext uri="{FF2B5EF4-FFF2-40B4-BE49-F238E27FC236}">
                  <a16:creationId xmlns:a16="http://schemas.microsoft.com/office/drawing/2014/main" id="{E40F1449-4C05-FFB9-7EBF-39C07BC52B5F}"/>
                </a:ext>
              </a:extLst>
            </p:cNvPr>
            <p:cNvSpPr/>
            <p:nvPr/>
          </p:nvSpPr>
          <p:spPr>
            <a:xfrm>
              <a:off x="4707572" y="5944916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" name="立方体 221">
              <a:extLst>
                <a:ext uri="{FF2B5EF4-FFF2-40B4-BE49-F238E27FC236}">
                  <a16:creationId xmlns:a16="http://schemas.microsoft.com/office/drawing/2014/main" id="{E68D4A50-C1D6-5C8A-1ADE-4CE501F0E1B4}"/>
                </a:ext>
              </a:extLst>
            </p:cNvPr>
            <p:cNvSpPr/>
            <p:nvPr/>
          </p:nvSpPr>
          <p:spPr>
            <a:xfrm>
              <a:off x="4707572" y="6054771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7" name="立方体 226">
              <a:extLst>
                <a:ext uri="{FF2B5EF4-FFF2-40B4-BE49-F238E27FC236}">
                  <a16:creationId xmlns:a16="http://schemas.microsoft.com/office/drawing/2014/main" id="{0D2231EA-7CB1-1A00-C9A9-0A1D1EF62FB1}"/>
                </a:ext>
              </a:extLst>
            </p:cNvPr>
            <p:cNvSpPr/>
            <p:nvPr/>
          </p:nvSpPr>
          <p:spPr>
            <a:xfrm>
              <a:off x="4974908" y="5716410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立方体 227">
              <a:extLst>
                <a:ext uri="{FF2B5EF4-FFF2-40B4-BE49-F238E27FC236}">
                  <a16:creationId xmlns:a16="http://schemas.microsoft.com/office/drawing/2014/main" id="{2693B7F6-71D3-F89D-3E70-DE7D0747BD39}"/>
                </a:ext>
              </a:extLst>
            </p:cNvPr>
            <p:cNvSpPr/>
            <p:nvPr/>
          </p:nvSpPr>
          <p:spPr>
            <a:xfrm>
              <a:off x="4974908" y="5832519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立方体 228">
              <a:extLst>
                <a:ext uri="{FF2B5EF4-FFF2-40B4-BE49-F238E27FC236}">
                  <a16:creationId xmlns:a16="http://schemas.microsoft.com/office/drawing/2014/main" id="{28F615F6-6000-A087-6066-A9E4464CE1AA}"/>
                </a:ext>
              </a:extLst>
            </p:cNvPr>
            <p:cNvSpPr/>
            <p:nvPr/>
          </p:nvSpPr>
          <p:spPr>
            <a:xfrm>
              <a:off x="4974908" y="5942374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立方体 230">
              <a:extLst>
                <a:ext uri="{FF2B5EF4-FFF2-40B4-BE49-F238E27FC236}">
                  <a16:creationId xmlns:a16="http://schemas.microsoft.com/office/drawing/2014/main" id="{52D23833-DABD-0BC1-45E6-C793D1715984}"/>
                </a:ext>
              </a:extLst>
            </p:cNvPr>
            <p:cNvSpPr/>
            <p:nvPr/>
          </p:nvSpPr>
          <p:spPr>
            <a:xfrm>
              <a:off x="4897639" y="5773538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立方体 231">
              <a:extLst>
                <a:ext uri="{FF2B5EF4-FFF2-40B4-BE49-F238E27FC236}">
                  <a16:creationId xmlns:a16="http://schemas.microsoft.com/office/drawing/2014/main" id="{FE24BC93-0C69-E287-9DBB-996B63F3EBE7}"/>
                </a:ext>
              </a:extLst>
            </p:cNvPr>
            <p:cNvSpPr/>
            <p:nvPr/>
          </p:nvSpPr>
          <p:spPr>
            <a:xfrm>
              <a:off x="4897639" y="5889647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立方体 232">
              <a:extLst>
                <a:ext uri="{FF2B5EF4-FFF2-40B4-BE49-F238E27FC236}">
                  <a16:creationId xmlns:a16="http://schemas.microsoft.com/office/drawing/2014/main" id="{48F567FB-B328-5B5C-04BA-CB894A6C22FA}"/>
                </a:ext>
              </a:extLst>
            </p:cNvPr>
            <p:cNvSpPr/>
            <p:nvPr/>
          </p:nvSpPr>
          <p:spPr>
            <a:xfrm>
              <a:off x="4897639" y="5999502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" name="立方体 234">
              <a:extLst>
                <a:ext uri="{FF2B5EF4-FFF2-40B4-BE49-F238E27FC236}">
                  <a16:creationId xmlns:a16="http://schemas.microsoft.com/office/drawing/2014/main" id="{E55101F0-37E6-16EB-76E4-4F6257063230}"/>
                </a:ext>
              </a:extLst>
            </p:cNvPr>
            <p:cNvSpPr/>
            <p:nvPr/>
          </p:nvSpPr>
          <p:spPr>
            <a:xfrm>
              <a:off x="4820602" y="5828807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6" name="立方体 235">
              <a:extLst>
                <a:ext uri="{FF2B5EF4-FFF2-40B4-BE49-F238E27FC236}">
                  <a16:creationId xmlns:a16="http://schemas.microsoft.com/office/drawing/2014/main" id="{FAC9F0D3-DC4B-090C-ABB5-E8A26BF89AF1}"/>
                </a:ext>
              </a:extLst>
            </p:cNvPr>
            <p:cNvSpPr/>
            <p:nvPr/>
          </p:nvSpPr>
          <p:spPr>
            <a:xfrm>
              <a:off x="4820602" y="5944916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7" name="立方体 236">
              <a:extLst>
                <a:ext uri="{FF2B5EF4-FFF2-40B4-BE49-F238E27FC236}">
                  <a16:creationId xmlns:a16="http://schemas.microsoft.com/office/drawing/2014/main" id="{81875340-BB55-D687-1E0A-9A16EEE1290C}"/>
                </a:ext>
              </a:extLst>
            </p:cNvPr>
            <p:cNvSpPr/>
            <p:nvPr/>
          </p:nvSpPr>
          <p:spPr>
            <a:xfrm>
              <a:off x="4820602" y="6054771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9" name="立方体 238">
              <a:extLst>
                <a:ext uri="{FF2B5EF4-FFF2-40B4-BE49-F238E27FC236}">
                  <a16:creationId xmlns:a16="http://schemas.microsoft.com/office/drawing/2014/main" id="{ED9E5E19-6E66-A9E0-561C-63B8AA2978C7}"/>
                </a:ext>
              </a:extLst>
            </p:cNvPr>
            <p:cNvSpPr/>
            <p:nvPr/>
          </p:nvSpPr>
          <p:spPr>
            <a:xfrm>
              <a:off x="5087938" y="5716410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" name="立方体 239">
              <a:extLst>
                <a:ext uri="{FF2B5EF4-FFF2-40B4-BE49-F238E27FC236}">
                  <a16:creationId xmlns:a16="http://schemas.microsoft.com/office/drawing/2014/main" id="{B6B77D00-B53D-F71D-2BA1-C584B08A62CF}"/>
                </a:ext>
              </a:extLst>
            </p:cNvPr>
            <p:cNvSpPr/>
            <p:nvPr/>
          </p:nvSpPr>
          <p:spPr>
            <a:xfrm>
              <a:off x="5087938" y="5832519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1" name="立方体 240">
              <a:extLst>
                <a:ext uri="{FF2B5EF4-FFF2-40B4-BE49-F238E27FC236}">
                  <a16:creationId xmlns:a16="http://schemas.microsoft.com/office/drawing/2014/main" id="{B59170C0-9274-D8B6-F5F9-F833F5F83E9C}"/>
                </a:ext>
              </a:extLst>
            </p:cNvPr>
            <p:cNvSpPr/>
            <p:nvPr/>
          </p:nvSpPr>
          <p:spPr>
            <a:xfrm>
              <a:off x="5087938" y="5942374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3" name="立方体 242">
              <a:extLst>
                <a:ext uri="{FF2B5EF4-FFF2-40B4-BE49-F238E27FC236}">
                  <a16:creationId xmlns:a16="http://schemas.microsoft.com/office/drawing/2014/main" id="{99124DFE-B5BA-7DA2-5AF8-6F7CB1655111}"/>
                </a:ext>
              </a:extLst>
            </p:cNvPr>
            <p:cNvSpPr/>
            <p:nvPr/>
          </p:nvSpPr>
          <p:spPr>
            <a:xfrm>
              <a:off x="5010669" y="5773538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4" name="立方体 243">
              <a:extLst>
                <a:ext uri="{FF2B5EF4-FFF2-40B4-BE49-F238E27FC236}">
                  <a16:creationId xmlns:a16="http://schemas.microsoft.com/office/drawing/2014/main" id="{973DD32D-5930-F396-1047-C154F9559892}"/>
                </a:ext>
              </a:extLst>
            </p:cNvPr>
            <p:cNvSpPr/>
            <p:nvPr/>
          </p:nvSpPr>
          <p:spPr>
            <a:xfrm>
              <a:off x="5010669" y="5889647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立方体 244">
              <a:extLst>
                <a:ext uri="{FF2B5EF4-FFF2-40B4-BE49-F238E27FC236}">
                  <a16:creationId xmlns:a16="http://schemas.microsoft.com/office/drawing/2014/main" id="{D7B1E606-CBEA-4346-7D89-AAAE6620F10B}"/>
                </a:ext>
              </a:extLst>
            </p:cNvPr>
            <p:cNvSpPr/>
            <p:nvPr/>
          </p:nvSpPr>
          <p:spPr>
            <a:xfrm>
              <a:off x="5010669" y="5999502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立方体 246">
              <a:extLst>
                <a:ext uri="{FF2B5EF4-FFF2-40B4-BE49-F238E27FC236}">
                  <a16:creationId xmlns:a16="http://schemas.microsoft.com/office/drawing/2014/main" id="{C20E49E8-4596-2FD8-5131-75E61AC0EDBE}"/>
                </a:ext>
              </a:extLst>
            </p:cNvPr>
            <p:cNvSpPr/>
            <p:nvPr/>
          </p:nvSpPr>
          <p:spPr>
            <a:xfrm>
              <a:off x="4933632" y="5828807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8" name="立方体 247">
              <a:extLst>
                <a:ext uri="{FF2B5EF4-FFF2-40B4-BE49-F238E27FC236}">
                  <a16:creationId xmlns:a16="http://schemas.microsoft.com/office/drawing/2014/main" id="{B78A1991-6ED7-5FCE-4C74-FFF151CC1A47}"/>
                </a:ext>
              </a:extLst>
            </p:cNvPr>
            <p:cNvSpPr/>
            <p:nvPr/>
          </p:nvSpPr>
          <p:spPr>
            <a:xfrm>
              <a:off x="4933632" y="5944916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立方体 248">
              <a:extLst>
                <a:ext uri="{FF2B5EF4-FFF2-40B4-BE49-F238E27FC236}">
                  <a16:creationId xmlns:a16="http://schemas.microsoft.com/office/drawing/2014/main" id="{B65D9198-056C-001B-C51E-EB8698D67BFD}"/>
                </a:ext>
              </a:extLst>
            </p:cNvPr>
            <p:cNvSpPr/>
            <p:nvPr/>
          </p:nvSpPr>
          <p:spPr>
            <a:xfrm>
              <a:off x="4933632" y="6054771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1" name="组合 250">
            <a:extLst>
              <a:ext uri="{FF2B5EF4-FFF2-40B4-BE49-F238E27FC236}">
                <a16:creationId xmlns:a16="http://schemas.microsoft.com/office/drawing/2014/main" id="{839E63B9-3E6D-2BBC-D7AB-25CCE0B80083}"/>
              </a:ext>
            </a:extLst>
          </p:cNvPr>
          <p:cNvGrpSpPr/>
          <p:nvPr/>
        </p:nvGrpSpPr>
        <p:grpSpPr>
          <a:xfrm>
            <a:off x="5392674" y="5772931"/>
            <a:ext cx="493396" cy="486316"/>
            <a:chOff x="4707572" y="5716410"/>
            <a:chExt cx="493396" cy="486316"/>
          </a:xfrm>
        </p:grpSpPr>
        <p:sp>
          <p:nvSpPr>
            <p:cNvPr id="252" name="立方体 251">
              <a:extLst>
                <a:ext uri="{FF2B5EF4-FFF2-40B4-BE49-F238E27FC236}">
                  <a16:creationId xmlns:a16="http://schemas.microsoft.com/office/drawing/2014/main" id="{78C4875B-2958-9A3A-C101-C5007A3678B2}"/>
                </a:ext>
              </a:extLst>
            </p:cNvPr>
            <p:cNvSpPr/>
            <p:nvPr/>
          </p:nvSpPr>
          <p:spPr>
            <a:xfrm>
              <a:off x="4861878" y="5716410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3" name="立方体 252">
              <a:extLst>
                <a:ext uri="{FF2B5EF4-FFF2-40B4-BE49-F238E27FC236}">
                  <a16:creationId xmlns:a16="http://schemas.microsoft.com/office/drawing/2014/main" id="{8A4AC96C-E17A-518A-907E-A3DC224E8F8A}"/>
                </a:ext>
              </a:extLst>
            </p:cNvPr>
            <p:cNvSpPr/>
            <p:nvPr/>
          </p:nvSpPr>
          <p:spPr>
            <a:xfrm>
              <a:off x="4861878" y="5832519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4" name="立方体 253">
              <a:extLst>
                <a:ext uri="{FF2B5EF4-FFF2-40B4-BE49-F238E27FC236}">
                  <a16:creationId xmlns:a16="http://schemas.microsoft.com/office/drawing/2014/main" id="{6EA548ED-28A3-404C-FD92-B25464F32F81}"/>
                </a:ext>
              </a:extLst>
            </p:cNvPr>
            <p:cNvSpPr/>
            <p:nvPr/>
          </p:nvSpPr>
          <p:spPr>
            <a:xfrm>
              <a:off x="4861878" y="5942374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5" name="立方体 254">
              <a:extLst>
                <a:ext uri="{FF2B5EF4-FFF2-40B4-BE49-F238E27FC236}">
                  <a16:creationId xmlns:a16="http://schemas.microsoft.com/office/drawing/2014/main" id="{907ED358-BEC4-1775-FE76-71FA94675B3C}"/>
                </a:ext>
              </a:extLst>
            </p:cNvPr>
            <p:cNvSpPr/>
            <p:nvPr/>
          </p:nvSpPr>
          <p:spPr>
            <a:xfrm>
              <a:off x="4784609" y="5773538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6" name="立方体 255">
              <a:extLst>
                <a:ext uri="{FF2B5EF4-FFF2-40B4-BE49-F238E27FC236}">
                  <a16:creationId xmlns:a16="http://schemas.microsoft.com/office/drawing/2014/main" id="{D7BBE569-8EFF-D39A-E897-1715564C1DF8}"/>
                </a:ext>
              </a:extLst>
            </p:cNvPr>
            <p:cNvSpPr/>
            <p:nvPr/>
          </p:nvSpPr>
          <p:spPr>
            <a:xfrm>
              <a:off x="4784609" y="5889647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7" name="立方体 256">
              <a:extLst>
                <a:ext uri="{FF2B5EF4-FFF2-40B4-BE49-F238E27FC236}">
                  <a16:creationId xmlns:a16="http://schemas.microsoft.com/office/drawing/2014/main" id="{05656959-627C-88D1-15FF-23750256B4F4}"/>
                </a:ext>
              </a:extLst>
            </p:cNvPr>
            <p:cNvSpPr/>
            <p:nvPr/>
          </p:nvSpPr>
          <p:spPr>
            <a:xfrm>
              <a:off x="4784609" y="5999502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8" name="立方体 257">
              <a:extLst>
                <a:ext uri="{FF2B5EF4-FFF2-40B4-BE49-F238E27FC236}">
                  <a16:creationId xmlns:a16="http://schemas.microsoft.com/office/drawing/2014/main" id="{878C92F2-9ACD-DDAC-33DA-482D63AD8B81}"/>
                </a:ext>
              </a:extLst>
            </p:cNvPr>
            <p:cNvSpPr/>
            <p:nvPr/>
          </p:nvSpPr>
          <p:spPr>
            <a:xfrm>
              <a:off x="4707572" y="5828807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9" name="立方体 258">
              <a:extLst>
                <a:ext uri="{FF2B5EF4-FFF2-40B4-BE49-F238E27FC236}">
                  <a16:creationId xmlns:a16="http://schemas.microsoft.com/office/drawing/2014/main" id="{4D170354-4CFB-4570-4F95-D61BF580F015}"/>
                </a:ext>
              </a:extLst>
            </p:cNvPr>
            <p:cNvSpPr/>
            <p:nvPr/>
          </p:nvSpPr>
          <p:spPr>
            <a:xfrm>
              <a:off x="4707572" y="5944916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0" name="立方体 259">
              <a:extLst>
                <a:ext uri="{FF2B5EF4-FFF2-40B4-BE49-F238E27FC236}">
                  <a16:creationId xmlns:a16="http://schemas.microsoft.com/office/drawing/2014/main" id="{1CC07A3B-9922-7EE7-0AD8-C766A7AF5ECB}"/>
                </a:ext>
              </a:extLst>
            </p:cNvPr>
            <p:cNvSpPr/>
            <p:nvPr/>
          </p:nvSpPr>
          <p:spPr>
            <a:xfrm>
              <a:off x="4707572" y="6054771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1" name="立方体 260">
              <a:extLst>
                <a:ext uri="{FF2B5EF4-FFF2-40B4-BE49-F238E27FC236}">
                  <a16:creationId xmlns:a16="http://schemas.microsoft.com/office/drawing/2014/main" id="{421BAD0C-49F0-1877-8100-B64B9E7F2289}"/>
                </a:ext>
              </a:extLst>
            </p:cNvPr>
            <p:cNvSpPr/>
            <p:nvPr/>
          </p:nvSpPr>
          <p:spPr>
            <a:xfrm>
              <a:off x="4974908" y="5716410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2" name="立方体 261">
              <a:extLst>
                <a:ext uri="{FF2B5EF4-FFF2-40B4-BE49-F238E27FC236}">
                  <a16:creationId xmlns:a16="http://schemas.microsoft.com/office/drawing/2014/main" id="{EA9138FB-52C3-C9A6-BA43-F093E2475F5A}"/>
                </a:ext>
              </a:extLst>
            </p:cNvPr>
            <p:cNvSpPr/>
            <p:nvPr/>
          </p:nvSpPr>
          <p:spPr>
            <a:xfrm>
              <a:off x="4974908" y="5832519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3" name="立方体 262">
              <a:extLst>
                <a:ext uri="{FF2B5EF4-FFF2-40B4-BE49-F238E27FC236}">
                  <a16:creationId xmlns:a16="http://schemas.microsoft.com/office/drawing/2014/main" id="{9B16A357-CC1C-1D06-A959-B4599A145BAE}"/>
                </a:ext>
              </a:extLst>
            </p:cNvPr>
            <p:cNvSpPr/>
            <p:nvPr/>
          </p:nvSpPr>
          <p:spPr>
            <a:xfrm>
              <a:off x="4974908" y="5942374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4" name="立方体 263">
              <a:extLst>
                <a:ext uri="{FF2B5EF4-FFF2-40B4-BE49-F238E27FC236}">
                  <a16:creationId xmlns:a16="http://schemas.microsoft.com/office/drawing/2014/main" id="{18803137-C8ED-C09A-8C4D-DEFCDC4C9A74}"/>
                </a:ext>
              </a:extLst>
            </p:cNvPr>
            <p:cNvSpPr/>
            <p:nvPr/>
          </p:nvSpPr>
          <p:spPr>
            <a:xfrm>
              <a:off x="4897639" y="5773538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5" name="立方体 264">
              <a:extLst>
                <a:ext uri="{FF2B5EF4-FFF2-40B4-BE49-F238E27FC236}">
                  <a16:creationId xmlns:a16="http://schemas.microsoft.com/office/drawing/2014/main" id="{A872DE8A-EDF5-1DF0-A67D-6AD80F06A117}"/>
                </a:ext>
              </a:extLst>
            </p:cNvPr>
            <p:cNvSpPr/>
            <p:nvPr/>
          </p:nvSpPr>
          <p:spPr>
            <a:xfrm>
              <a:off x="4897639" y="5889647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6" name="立方体 265">
              <a:extLst>
                <a:ext uri="{FF2B5EF4-FFF2-40B4-BE49-F238E27FC236}">
                  <a16:creationId xmlns:a16="http://schemas.microsoft.com/office/drawing/2014/main" id="{413EE820-DE66-C57E-EBD9-9CE08915B1A5}"/>
                </a:ext>
              </a:extLst>
            </p:cNvPr>
            <p:cNvSpPr/>
            <p:nvPr/>
          </p:nvSpPr>
          <p:spPr>
            <a:xfrm>
              <a:off x="4897639" y="5999502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7" name="立方体 266">
              <a:extLst>
                <a:ext uri="{FF2B5EF4-FFF2-40B4-BE49-F238E27FC236}">
                  <a16:creationId xmlns:a16="http://schemas.microsoft.com/office/drawing/2014/main" id="{09B52FC2-636E-A451-018A-8B1AE2C6E56A}"/>
                </a:ext>
              </a:extLst>
            </p:cNvPr>
            <p:cNvSpPr/>
            <p:nvPr/>
          </p:nvSpPr>
          <p:spPr>
            <a:xfrm>
              <a:off x="4820602" y="5828807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立方体 267">
              <a:extLst>
                <a:ext uri="{FF2B5EF4-FFF2-40B4-BE49-F238E27FC236}">
                  <a16:creationId xmlns:a16="http://schemas.microsoft.com/office/drawing/2014/main" id="{046B440D-9A27-B06D-1227-BD7C9D3CEEDD}"/>
                </a:ext>
              </a:extLst>
            </p:cNvPr>
            <p:cNvSpPr/>
            <p:nvPr/>
          </p:nvSpPr>
          <p:spPr>
            <a:xfrm>
              <a:off x="4820602" y="5944916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立方体 268">
              <a:extLst>
                <a:ext uri="{FF2B5EF4-FFF2-40B4-BE49-F238E27FC236}">
                  <a16:creationId xmlns:a16="http://schemas.microsoft.com/office/drawing/2014/main" id="{51EFC5C0-323E-2BBF-15F0-D37E4A6082ED}"/>
                </a:ext>
              </a:extLst>
            </p:cNvPr>
            <p:cNvSpPr/>
            <p:nvPr/>
          </p:nvSpPr>
          <p:spPr>
            <a:xfrm>
              <a:off x="4820602" y="6054771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立方体 269">
              <a:extLst>
                <a:ext uri="{FF2B5EF4-FFF2-40B4-BE49-F238E27FC236}">
                  <a16:creationId xmlns:a16="http://schemas.microsoft.com/office/drawing/2014/main" id="{7464B353-F3CD-764C-BFDC-2CFB2AF0793A}"/>
                </a:ext>
              </a:extLst>
            </p:cNvPr>
            <p:cNvSpPr/>
            <p:nvPr/>
          </p:nvSpPr>
          <p:spPr>
            <a:xfrm>
              <a:off x="5087938" y="5716410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1" name="立方体 270">
              <a:extLst>
                <a:ext uri="{FF2B5EF4-FFF2-40B4-BE49-F238E27FC236}">
                  <a16:creationId xmlns:a16="http://schemas.microsoft.com/office/drawing/2014/main" id="{AB385A1D-1D9D-8E5A-34E8-34C6CCBF7EE5}"/>
                </a:ext>
              </a:extLst>
            </p:cNvPr>
            <p:cNvSpPr/>
            <p:nvPr/>
          </p:nvSpPr>
          <p:spPr>
            <a:xfrm>
              <a:off x="5087938" y="5832519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2" name="立方体 271">
              <a:extLst>
                <a:ext uri="{FF2B5EF4-FFF2-40B4-BE49-F238E27FC236}">
                  <a16:creationId xmlns:a16="http://schemas.microsoft.com/office/drawing/2014/main" id="{D2D9E2AD-8A30-4199-AD69-D83E48148C97}"/>
                </a:ext>
              </a:extLst>
            </p:cNvPr>
            <p:cNvSpPr/>
            <p:nvPr/>
          </p:nvSpPr>
          <p:spPr>
            <a:xfrm>
              <a:off x="5087938" y="5942374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3" name="立方体 272">
              <a:extLst>
                <a:ext uri="{FF2B5EF4-FFF2-40B4-BE49-F238E27FC236}">
                  <a16:creationId xmlns:a16="http://schemas.microsoft.com/office/drawing/2014/main" id="{978B9529-0C3C-E08A-82CE-30D5DA5795CA}"/>
                </a:ext>
              </a:extLst>
            </p:cNvPr>
            <p:cNvSpPr/>
            <p:nvPr/>
          </p:nvSpPr>
          <p:spPr>
            <a:xfrm>
              <a:off x="5010669" y="5773538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4" name="立方体 273">
              <a:extLst>
                <a:ext uri="{FF2B5EF4-FFF2-40B4-BE49-F238E27FC236}">
                  <a16:creationId xmlns:a16="http://schemas.microsoft.com/office/drawing/2014/main" id="{A304532E-4FA0-6971-DCB9-10AEE9A75B1D}"/>
                </a:ext>
              </a:extLst>
            </p:cNvPr>
            <p:cNvSpPr/>
            <p:nvPr/>
          </p:nvSpPr>
          <p:spPr>
            <a:xfrm>
              <a:off x="5010669" y="5889647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5" name="立方体 274">
              <a:extLst>
                <a:ext uri="{FF2B5EF4-FFF2-40B4-BE49-F238E27FC236}">
                  <a16:creationId xmlns:a16="http://schemas.microsoft.com/office/drawing/2014/main" id="{A4E69F1E-97D1-9433-2F99-F319A6BCC5C4}"/>
                </a:ext>
              </a:extLst>
            </p:cNvPr>
            <p:cNvSpPr/>
            <p:nvPr/>
          </p:nvSpPr>
          <p:spPr>
            <a:xfrm>
              <a:off x="5010669" y="5999502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6" name="立方体 275">
              <a:extLst>
                <a:ext uri="{FF2B5EF4-FFF2-40B4-BE49-F238E27FC236}">
                  <a16:creationId xmlns:a16="http://schemas.microsoft.com/office/drawing/2014/main" id="{1D9C52E8-D605-7982-3DDE-921E55964D61}"/>
                </a:ext>
              </a:extLst>
            </p:cNvPr>
            <p:cNvSpPr/>
            <p:nvPr/>
          </p:nvSpPr>
          <p:spPr>
            <a:xfrm>
              <a:off x="4933632" y="5828807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7" name="立方体 276">
              <a:extLst>
                <a:ext uri="{FF2B5EF4-FFF2-40B4-BE49-F238E27FC236}">
                  <a16:creationId xmlns:a16="http://schemas.microsoft.com/office/drawing/2014/main" id="{A90DF6B8-3D2A-7EA6-0593-C08EA6B56336}"/>
                </a:ext>
              </a:extLst>
            </p:cNvPr>
            <p:cNvSpPr/>
            <p:nvPr/>
          </p:nvSpPr>
          <p:spPr>
            <a:xfrm>
              <a:off x="4933632" y="5944916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8" name="立方体 277">
              <a:extLst>
                <a:ext uri="{FF2B5EF4-FFF2-40B4-BE49-F238E27FC236}">
                  <a16:creationId xmlns:a16="http://schemas.microsoft.com/office/drawing/2014/main" id="{F7DBA185-4CD5-8535-EADD-CDDDFD824FF4}"/>
                </a:ext>
              </a:extLst>
            </p:cNvPr>
            <p:cNvSpPr/>
            <p:nvPr/>
          </p:nvSpPr>
          <p:spPr>
            <a:xfrm>
              <a:off x="4933632" y="6054771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9" name="组合 278">
            <a:extLst>
              <a:ext uri="{FF2B5EF4-FFF2-40B4-BE49-F238E27FC236}">
                <a16:creationId xmlns:a16="http://schemas.microsoft.com/office/drawing/2014/main" id="{6DDB3809-ABB5-648E-CA90-43BDE364DE60}"/>
              </a:ext>
            </a:extLst>
          </p:cNvPr>
          <p:cNvGrpSpPr/>
          <p:nvPr/>
        </p:nvGrpSpPr>
        <p:grpSpPr>
          <a:xfrm>
            <a:off x="6079650" y="5772931"/>
            <a:ext cx="493396" cy="486316"/>
            <a:chOff x="4707572" y="5716410"/>
            <a:chExt cx="493396" cy="486316"/>
          </a:xfrm>
        </p:grpSpPr>
        <p:sp>
          <p:nvSpPr>
            <p:cNvPr id="280" name="立方体 279">
              <a:extLst>
                <a:ext uri="{FF2B5EF4-FFF2-40B4-BE49-F238E27FC236}">
                  <a16:creationId xmlns:a16="http://schemas.microsoft.com/office/drawing/2014/main" id="{3702CF82-B9E3-8E6C-7034-A5580F9283A2}"/>
                </a:ext>
              </a:extLst>
            </p:cNvPr>
            <p:cNvSpPr/>
            <p:nvPr/>
          </p:nvSpPr>
          <p:spPr>
            <a:xfrm>
              <a:off x="4861878" y="5716410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1" name="立方体 280">
              <a:extLst>
                <a:ext uri="{FF2B5EF4-FFF2-40B4-BE49-F238E27FC236}">
                  <a16:creationId xmlns:a16="http://schemas.microsoft.com/office/drawing/2014/main" id="{ECEA8489-9BA2-8E0E-7325-8968066C4D27}"/>
                </a:ext>
              </a:extLst>
            </p:cNvPr>
            <p:cNvSpPr/>
            <p:nvPr/>
          </p:nvSpPr>
          <p:spPr>
            <a:xfrm>
              <a:off x="4861878" y="5832519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2" name="立方体 281">
              <a:extLst>
                <a:ext uri="{FF2B5EF4-FFF2-40B4-BE49-F238E27FC236}">
                  <a16:creationId xmlns:a16="http://schemas.microsoft.com/office/drawing/2014/main" id="{ADD34139-99AA-B45C-2A67-D6702D301CC1}"/>
                </a:ext>
              </a:extLst>
            </p:cNvPr>
            <p:cNvSpPr/>
            <p:nvPr/>
          </p:nvSpPr>
          <p:spPr>
            <a:xfrm>
              <a:off x="4861878" y="5942374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3" name="立方体 282">
              <a:extLst>
                <a:ext uri="{FF2B5EF4-FFF2-40B4-BE49-F238E27FC236}">
                  <a16:creationId xmlns:a16="http://schemas.microsoft.com/office/drawing/2014/main" id="{3A337E29-BDC8-E74B-D27C-8B4847520B9D}"/>
                </a:ext>
              </a:extLst>
            </p:cNvPr>
            <p:cNvSpPr/>
            <p:nvPr/>
          </p:nvSpPr>
          <p:spPr>
            <a:xfrm>
              <a:off x="4784609" y="5773538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4" name="立方体 283">
              <a:extLst>
                <a:ext uri="{FF2B5EF4-FFF2-40B4-BE49-F238E27FC236}">
                  <a16:creationId xmlns:a16="http://schemas.microsoft.com/office/drawing/2014/main" id="{CEC2E353-3CD7-B3D6-FAA7-CC0A5752649F}"/>
                </a:ext>
              </a:extLst>
            </p:cNvPr>
            <p:cNvSpPr/>
            <p:nvPr/>
          </p:nvSpPr>
          <p:spPr>
            <a:xfrm>
              <a:off x="4784609" y="5889647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5" name="立方体 284">
              <a:extLst>
                <a:ext uri="{FF2B5EF4-FFF2-40B4-BE49-F238E27FC236}">
                  <a16:creationId xmlns:a16="http://schemas.microsoft.com/office/drawing/2014/main" id="{2CB7402D-FBBD-C041-66DB-850FFBC527FA}"/>
                </a:ext>
              </a:extLst>
            </p:cNvPr>
            <p:cNvSpPr/>
            <p:nvPr/>
          </p:nvSpPr>
          <p:spPr>
            <a:xfrm>
              <a:off x="4784609" y="5999502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6" name="立方体 285">
              <a:extLst>
                <a:ext uri="{FF2B5EF4-FFF2-40B4-BE49-F238E27FC236}">
                  <a16:creationId xmlns:a16="http://schemas.microsoft.com/office/drawing/2014/main" id="{FB14EF05-1A4C-C33A-53E6-7A69F7CAB967}"/>
                </a:ext>
              </a:extLst>
            </p:cNvPr>
            <p:cNvSpPr/>
            <p:nvPr/>
          </p:nvSpPr>
          <p:spPr>
            <a:xfrm>
              <a:off x="4707572" y="5828807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7" name="立方体 286">
              <a:extLst>
                <a:ext uri="{FF2B5EF4-FFF2-40B4-BE49-F238E27FC236}">
                  <a16:creationId xmlns:a16="http://schemas.microsoft.com/office/drawing/2014/main" id="{130689AA-A560-EB9A-F734-D6F9D961EBE1}"/>
                </a:ext>
              </a:extLst>
            </p:cNvPr>
            <p:cNvSpPr/>
            <p:nvPr/>
          </p:nvSpPr>
          <p:spPr>
            <a:xfrm>
              <a:off x="4707572" y="5944916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8" name="立方体 287">
              <a:extLst>
                <a:ext uri="{FF2B5EF4-FFF2-40B4-BE49-F238E27FC236}">
                  <a16:creationId xmlns:a16="http://schemas.microsoft.com/office/drawing/2014/main" id="{23B9F8A2-0422-6F63-2787-B3E0026A1400}"/>
                </a:ext>
              </a:extLst>
            </p:cNvPr>
            <p:cNvSpPr/>
            <p:nvPr/>
          </p:nvSpPr>
          <p:spPr>
            <a:xfrm>
              <a:off x="4707572" y="6054771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9" name="立方体 288">
              <a:extLst>
                <a:ext uri="{FF2B5EF4-FFF2-40B4-BE49-F238E27FC236}">
                  <a16:creationId xmlns:a16="http://schemas.microsoft.com/office/drawing/2014/main" id="{C8F55805-31CA-47E1-0A47-F29D8FE8C450}"/>
                </a:ext>
              </a:extLst>
            </p:cNvPr>
            <p:cNvSpPr/>
            <p:nvPr/>
          </p:nvSpPr>
          <p:spPr>
            <a:xfrm>
              <a:off x="4974908" y="5716410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0" name="立方体 289">
              <a:extLst>
                <a:ext uri="{FF2B5EF4-FFF2-40B4-BE49-F238E27FC236}">
                  <a16:creationId xmlns:a16="http://schemas.microsoft.com/office/drawing/2014/main" id="{1A3D0EAB-746B-922A-286B-4AA302A845F2}"/>
                </a:ext>
              </a:extLst>
            </p:cNvPr>
            <p:cNvSpPr/>
            <p:nvPr/>
          </p:nvSpPr>
          <p:spPr>
            <a:xfrm>
              <a:off x="4974908" y="5832519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1" name="立方体 290">
              <a:extLst>
                <a:ext uri="{FF2B5EF4-FFF2-40B4-BE49-F238E27FC236}">
                  <a16:creationId xmlns:a16="http://schemas.microsoft.com/office/drawing/2014/main" id="{EEFCF871-B51A-AB84-7B6E-05B36F325AEF}"/>
                </a:ext>
              </a:extLst>
            </p:cNvPr>
            <p:cNvSpPr/>
            <p:nvPr/>
          </p:nvSpPr>
          <p:spPr>
            <a:xfrm>
              <a:off x="4974908" y="5942374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2" name="立方体 291">
              <a:extLst>
                <a:ext uri="{FF2B5EF4-FFF2-40B4-BE49-F238E27FC236}">
                  <a16:creationId xmlns:a16="http://schemas.microsoft.com/office/drawing/2014/main" id="{59B349AC-6122-F08B-C6EA-918E8C99D932}"/>
                </a:ext>
              </a:extLst>
            </p:cNvPr>
            <p:cNvSpPr/>
            <p:nvPr/>
          </p:nvSpPr>
          <p:spPr>
            <a:xfrm>
              <a:off x="4897639" y="5773538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3" name="立方体 292">
              <a:extLst>
                <a:ext uri="{FF2B5EF4-FFF2-40B4-BE49-F238E27FC236}">
                  <a16:creationId xmlns:a16="http://schemas.microsoft.com/office/drawing/2014/main" id="{077B6DF8-DCE1-2196-A67A-8670104B0DC9}"/>
                </a:ext>
              </a:extLst>
            </p:cNvPr>
            <p:cNvSpPr/>
            <p:nvPr/>
          </p:nvSpPr>
          <p:spPr>
            <a:xfrm>
              <a:off x="4897639" y="5889647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4" name="立方体 293">
              <a:extLst>
                <a:ext uri="{FF2B5EF4-FFF2-40B4-BE49-F238E27FC236}">
                  <a16:creationId xmlns:a16="http://schemas.microsoft.com/office/drawing/2014/main" id="{AB107E83-0821-EC8A-A1B5-D060C1932E35}"/>
                </a:ext>
              </a:extLst>
            </p:cNvPr>
            <p:cNvSpPr/>
            <p:nvPr/>
          </p:nvSpPr>
          <p:spPr>
            <a:xfrm>
              <a:off x="4897639" y="5999502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5" name="立方体 294">
              <a:extLst>
                <a:ext uri="{FF2B5EF4-FFF2-40B4-BE49-F238E27FC236}">
                  <a16:creationId xmlns:a16="http://schemas.microsoft.com/office/drawing/2014/main" id="{17C43FDB-7564-F031-E760-70A66B99DD4A}"/>
                </a:ext>
              </a:extLst>
            </p:cNvPr>
            <p:cNvSpPr/>
            <p:nvPr/>
          </p:nvSpPr>
          <p:spPr>
            <a:xfrm>
              <a:off x="4820602" y="5828807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6" name="立方体 295">
              <a:extLst>
                <a:ext uri="{FF2B5EF4-FFF2-40B4-BE49-F238E27FC236}">
                  <a16:creationId xmlns:a16="http://schemas.microsoft.com/office/drawing/2014/main" id="{E1FB7938-73A4-93CF-75B3-9983E36E014F}"/>
                </a:ext>
              </a:extLst>
            </p:cNvPr>
            <p:cNvSpPr/>
            <p:nvPr/>
          </p:nvSpPr>
          <p:spPr>
            <a:xfrm>
              <a:off x="4820602" y="5944916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7" name="立方体 296">
              <a:extLst>
                <a:ext uri="{FF2B5EF4-FFF2-40B4-BE49-F238E27FC236}">
                  <a16:creationId xmlns:a16="http://schemas.microsoft.com/office/drawing/2014/main" id="{C7B3D6F0-293E-FEA6-165E-F03CA205254B}"/>
                </a:ext>
              </a:extLst>
            </p:cNvPr>
            <p:cNvSpPr/>
            <p:nvPr/>
          </p:nvSpPr>
          <p:spPr>
            <a:xfrm>
              <a:off x="4820602" y="6054771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" name="立方体 297">
              <a:extLst>
                <a:ext uri="{FF2B5EF4-FFF2-40B4-BE49-F238E27FC236}">
                  <a16:creationId xmlns:a16="http://schemas.microsoft.com/office/drawing/2014/main" id="{247B9996-BA9F-442A-B1B9-57A1C86ED70F}"/>
                </a:ext>
              </a:extLst>
            </p:cNvPr>
            <p:cNvSpPr/>
            <p:nvPr/>
          </p:nvSpPr>
          <p:spPr>
            <a:xfrm>
              <a:off x="5087938" y="5716410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9" name="立方体 298">
              <a:extLst>
                <a:ext uri="{FF2B5EF4-FFF2-40B4-BE49-F238E27FC236}">
                  <a16:creationId xmlns:a16="http://schemas.microsoft.com/office/drawing/2014/main" id="{18AECCB6-DE1C-0C7F-460B-F6BAD9BC73B1}"/>
                </a:ext>
              </a:extLst>
            </p:cNvPr>
            <p:cNvSpPr/>
            <p:nvPr/>
          </p:nvSpPr>
          <p:spPr>
            <a:xfrm>
              <a:off x="5087938" y="5832519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0" name="立方体 299">
              <a:extLst>
                <a:ext uri="{FF2B5EF4-FFF2-40B4-BE49-F238E27FC236}">
                  <a16:creationId xmlns:a16="http://schemas.microsoft.com/office/drawing/2014/main" id="{2134A9D7-B65D-40CB-49A4-F05B040D32C2}"/>
                </a:ext>
              </a:extLst>
            </p:cNvPr>
            <p:cNvSpPr/>
            <p:nvPr/>
          </p:nvSpPr>
          <p:spPr>
            <a:xfrm>
              <a:off x="5087938" y="5942374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1" name="立方体 300">
              <a:extLst>
                <a:ext uri="{FF2B5EF4-FFF2-40B4-BE49-F238E27FC236}">
                  <a16:creationId xmlns:a16="http://schemas.microsoft.com/office/drawing/2014/main" id="{B19B89A2-EAC9-3B58-137E-957D1CFB4900}"/>
                </a:ext>
              </a:extLst>
            </p:cNvPr>
            <p:cNvSpPr/>
            <p:nvPr/>
          </p:nvSpPr>
          <p:spPr>
            <a:xfrm>
              <a:off x="5010669" y="5773538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2" name="立方体 301">
              <a:extLst>
                <a:ext uri="{FF2B5EF4-FFF2-40B4-BE49-F238E27FC236}">
                  <a16:creationId xmlns:a16="http://schemas.microsoft.com/office/drawing/2014/main" id="{1EE5FD79-2E91-6D6B-C06F-FDE30C35A5A9}"/>
                </a:ext>
              </a:extLst>
            </p:cNvPr>
            <p:cNvSpPr/>
            <p:nvPr/>
          </p:nvSpPr>
          <p:spPr>
            <a:xfrm>
              <a:off x="5010669" y="5889647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3" name="立方体 302">
              <a:extLst>
                <a:ext uri="{FF2B5EF4-FFF2-40B4-BE49-F238E27FC236}">
                  <a16:creationId xmlns:a16="http://schemas.microsoft.com/office/drawing/2014/main" id="{C8DC10C1-48F0-2BE8-3FD2-5A931B441D57}"/>
                </a:ext>
              </a:extLst>
            </p:cNvPr>
            <p:cNvSpPr/>
            <p:nvPr/>
          </p:nvSpPr>
          <p:spPr>
            <a:xfrm>
              <a:off x="5010669" y="5999502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4" name="立方体 303">
              <a:extLst>
                <a:ext uri="{FF2B5EF4-FFF2-40B4-BE49-F238E27FC236}">
                  <a16:creationId xmlns:a16="http://schemas.microsoft.com/office/drawing/2014/main" id="{8DA8FD20-A51F-B78E-FDB9-FAE0C9113B5B}"/>
                </a:ext>
              </a:extLst>
            </p:cNvPr>
            <p:cNvSpPr/>
            <p:nvPr/>
          </p:nvSpPr>
          <p:spPr>
            <a:xfrm>
              <a:off x="4933632" y="5828807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5" name="立方体 304">
              <a:extLst>
                <a:ext uri="{FF2B5EF4-FFF2-40B4-BE49-F238E27FC236}">
                  <a16:creationId xmlns:a16="http://schemas.microsoft.com/office/drawing/2014/main" id="{697BB7A9-76F3-BE98-96A8-1074507B2658}"/>
                </a:ext>
              </a:extLst>
            </p:cNvPr>
            <p:cNvSpPr/>
            <p:nvPr/>
          </p:nvSpPr>
          <p:spPr>
            <a:xfrm>
              <a:off x="4933632" y="5944916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6" name="立方体 305">
              <a:extLst>
                <a:ext uri="{FF2B5EF4-FFF2-40B4-BE49-F238E27FC236}">
                  <a16:creationId xmlns:a16="http://schemas.microsoft.com/office/drawing/2014/main" id="{35B48314-36AE-90AE-9D9E-44513901DFD0}"/>
                </a:ext>
              </a:extLst>
            </p:cNvPr>
            <p:cNvSpPr/>
            <p:nvPr/>
          </p:nvSpPr>
          <p:spPr>
            <a:xfrm>
              <a:off x="4933632" y="6054771"/>
              <a:ext cx="113030" cy="147955"/>
            </a:xfrm>
            <a:prstGeom prst="cube">
              <a:avLst>
                <a:gd name="adj" fmla="val 30057"/>
              </a:avLst>
            </a:prstGeom>
            <a:solidFill>
              <a:srgbClr val="FFE9CA">
                <a:alpha val="6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2" name="弧形 311">
            <a:extLst>
              <a:ext uri="{FF2B5EF4-FFF2-40B4-BE49-F238E27FC236}">
                <a16:creationId xmlns:a16="http://schemas.microsoft.com/office/drawing/2014/main" id="{907F63EC-F4BF-8875-A7D2-86DD204EFF23}"/>
              </a:ext>
            </a:extLst>
          </p:cNvPr>
          <p:cNvSpPr/>
          <p:nvPr/>
        </p:nvSpPr>
        <p:spPr>
          <a:xfrm rot="18858387">
            <a:off x="4864417" y="5695522"/>
            <a:ext cx="914400" cy="914400"/>
          </a:xfrm>
          <a:prstGeom prst="arc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3" name="弧形 312">
            <a:extLst>
              <a:ext uri="{FF2B5EF4-FFF2-40B4-BE49-F238E27FC236}">
                <a16:creationId xmlns:a16="http://schemas.microsoft.com/office/drawing/2014/main" id="{B4E6D842-7CA7-BFF9-0A19-B48035370C19}"/>
              </a:ext>
            </a:extLst>
          </p:cNvPr>
          <p:cNvSpPr/>
          <p:nvPr/>
        </p:nvSpPr>
        <p:spPr>
          <a:xfrm rot="18858387">
            <a:off x="5564489" y="5697373"/>
            <a:ext cx="914400" cy="914400"/>
          </a:xfrm>
          <a:prstGeom prst="arc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5" name="文本框 314">
            <a:extLst>
              <a:ext uri="{FF2B5EF4-FFF2-40B4-BE49-F238E27FC236}">
                <a16:creationId xmlns:a16="http://schemas.microsoft.com/office/drawing/2014/main" id="{BFF98946-B4DF-D3A4-FD06-1FAB42673139}"/>
              </a:ext>
            </a:extLst>
          </p:cNvPr>
          <p:cNvSpPr txBox="1"/>
          <p:nvPr/>
        </p:nvSpPr>
        <p:spPr>
          <a:xfrm>
            <a:off x="1" y="8308801"/>
            <a:ext cx="68382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Title: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SAMamba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: Adaptive State Space Modeling with Hierarchical Vision for Infrared Small Target Detection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87EBB6F-37F8-2675-9BF8-310AA75A52D5}"/>
              </a:ext>
            </a:extLst>
          </p:cNvPr>
          <p:cNvCxnSpPr>
            <a:cxnSpLocks/>
          </p:cNvCxnSpPr>
          <p:nvPr/>
        </p:nvCxnSpPr>
        <p:spPr>
          <a:xfrm flipV="1">
            <a:off x="185970" y="6388735"/>
            <a:ext cx="1330410" cy="2956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8D95FF25-BE8E-8CCC-5C64-3AEA58DAA8A6}"/>
              </a:ext>
            </a:extLst>
          </p:cNvPr>
          <p:cNvCxnSpPr/>
          <p:nvPr/>
        </p:nvCxnSpPr>
        <p:spPr>
          <a:xfrm>
            <a:off x="2133600" y="6388735"/>
            <a:ext cx="4534620" cy="29656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196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</TotalTime>
  <Words>19</Words>
  <Application>Microsoft Office PowerPoint</Application>
  <PresentationFormat>全屏显示(4:3)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Contributors</dc:creator>
  <cp:lastModifiedBy>Contributors</cp:lastModifiedBy>
  <cp:revision>2</cp:revision>
  <dcterms:created xsi:type="dcterms:W3CDTF">2026-04-04T15:18:23Z</dcterms:created>
  <dcterms:modified xsi:type="dcterms:W3CDTF">2026-04-13T04:14:58Z</dcterms:modified>
</cp:coreProperties>
</file>