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43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EFD2"/>
    <a:srgbClr val="E5E7D9"/>
    <a:srgbClr val="FFFFFF"/>
    <a:srgbClr val="EFD3C4"/>
    <a:srgbClr val="E0EED7"/>
    <a:srgbClr val="FEF0CA"/>
    <a:srgbClr val="F9E3D4"/>
    <a:srgbClr val="F4F2EC"/>
    <a:srgbClr val="E9D9B8"/>
    <a:srgbClr val="DCE9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50" d="100"/>
          <a:sy n="50" d="100"/>
        </p:scale>
        <p:origin x="2054" y="298"/>
      </p:cViewPr>
      <p:guideLst>
        <p:guide orient="horz" pos="3143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7EC851-84C1-43AA-952C-D8469A6384D9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3C7DFB-1E1B-4DFF-AE58-1326F85C46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8318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7DFB-1E1B-4DFF-AE58-1326F85C4664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41265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ADF31-8634-4F9E-B8F1-96E493293AD7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355CF-71F6-4865-8FE7-B72BAF8C36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1818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ADF31-8634-4F9E-B8F1-96E493293AD7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355CF-71F6-4865-8FE7-B72BAF8C36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4447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ADF31-8634-4F9E-B8F1-96E493293AD7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355CF-71F6-4865-8FE7-B72BAF8C36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4919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ADF31-8634-4F9E-B8F1-96E493293AD7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355CF-71F6-4865-8FE7-B72BAF8C36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6720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ADF31-8634-4F9E-B8F1-96E493293AD7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355CF-71F6-4865-8FE7-B72BAF8C36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9524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ADF31-8634-4F9E-B8F1-96E493293AD7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355CF-71F6-4865-8FE7-B72BAF8C36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315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ADF31-8634-4F9E-B8F1-96E493293AD7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355CF-71F6-4865-8FE7-B72BAF8C36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2292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ADF31-8634-4F9E-B8F1-96E493293AD7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355CF-71F6-4865-8FE7-B72BAF8C36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2066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ADF31-8634-4F9E-B8F1-96E493293AD7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355CF-71F6-4865-8FE7-B72BAF8C36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6130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ADF31-8634-4F9E-B8F1-96E493293AD7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355CF-71F6-4865-8FE7-B72BAF8C36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3588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ADF31-8634-4F9E-B8F1-96E493293AD7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355CF-71F6-4865-8FE7-B72BAF8C36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4467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AADF31-8634-4F9E-B8F1-96E493293AD7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2355CF-71F6-4865-8FE7-B72BAF8C36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0594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BF7A062-72FA-41DE-810E-89211A20AC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91" y="1008437"/>
            <a:ext cx="6821409" cy="357187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4CD3EC92-036A-B621-E8DA-0BF2F259BF0F}"/>
              </a:ext>
            </a:extLst>
          </p:cNvPr>
          <p:cNvSpPr txBox="1"/>
          <p:nvPr/>
        </p:nvSpPr>
        <p:spPr>
          <a:xfrm>
            <a:off x="0" y="0"/>
            <a:ext cx="6858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Title: </a:t>
            </a:r>
            <a:r>
              <a:rPr lang="en-US" altLang="zh-CN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MoEGAD:A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 Mixture-of-Experts Framework With Pseudo-Anomaly Generation for Graph-Level Anomaly Detection</a:t>
            </a:r>
            <a:endParaRPr lang="zh-CN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13BDA0A-681E-2394-173C-7010FD6EBC79}"/>
              </a:ext>
            </a:extLst>
          </p:cNvPr>
          <p:cNvSpPr/>
          <p:nvPr/>
        </p:nvSpPr>
        <p:spPr>
          <a:xfrm>
            <a:off x="182379" y="4613803"/>
            <a:ext cx="6577584" cy="3364992"/>
          </a:xfrm>
          <a:prstGeom prst="rect">
            <a:avLst/>
          </a:prstGeom>
          <a:solidFill>
            <a:srgbClr val="FEFBF4"/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6" name="矩形: 圆角 125">
            <a:extLst>
              <a:ext uri="{FF2B5EF4-FFF2-40B4-BE49-F238E27FC236}">
                <a16:creationId xmlns:a16="http://schemas.microsoft.com/office/drawing/2014/main" id="{31E7E01D-CCF2-3760-4942-9FA772890F74}"/>
              </a:ext>
            </a:extLst>
          </p:cNvPr>
          <p:cNvSpPr/>
          <p:nvPr/>
        </p:nvSpPr>
        <p:spPr>
          <a:xfrm>
            <a:off x="353574" y="4733926"/>
            <a:ext cx="542544" cy="1395984"/>
          </a:xfrm>
          <a:prstGeom prst="roundRect">
            <a:avLst>
              <a:gd name="adj" fmla="val 17791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7" name="矩形: 圆角 126">
            <a:extLst>
              <a:ext uri="{FF2B5EF4-FFF2-40B4-BE49-F238E27FC236}">
                <a16:creationId xmlns:a16="http://schemas.microsoft.com/office/drawing/2014/main" id="{6705A4CC-9DA7-4127-CE8A-B5AFDC5BF3E9}"/>
              </a:ext>
            </a:extLst>
          </p:cNvPr>
          <p:cNvSpPr/>
          <p:nvPr/>
        </p:nvSpPr>
        <p:spPr>
          <a:xfrm>
            <a:off x="1139958" y="5003579"/>
            <a:ext cx="835152" cy="856678"/>
          </a:xfrm>
          <a:prstGeom prst="roundRect">
            <a:avLst>
              <a:gd name="adj" fmla="val 17791"/>
            </a:avLst>
          </a:prstGeom>
          <a:solidFill>
            <a:srgbClr val="FCF2EE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8" name="矩形: 圆角 127">
            <a:extLst>
              <a:ext uri="{FF2B5EF4-FFF2-40B4-BE49-F238E27FC236}">
                <a16:creationId xmlns:a16="http://schemas.microsoft.com/office/drawing/2014/main" id="{06AF2AD2-CC13-AAA3-BE0A-0B7FB7603FE4}"/>
              </a:ext>
            </a:extLst>
          </p:cNvPr>
          <p:cNvSpPr/>
          <p:nvPr/>
        </p:nvSpPr>
        <p:spPr>
          <a:xfrm>
            <a:off x="1139958" y="5003579"/>
            <a:ext cx="835152" cy="856678"/>
          </a:xfrm>
          <a:prstGeom prst="roundRect">
            <a:avLst>
              <a:gd name="adj" fmla="val 17791"/>
            </a:avLst>
          </a:prstGeom>
          <a:solidFill>
            <a:srgbClr val="FCF2EE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9" name="矩形: 圆角 128">
            <a:extLst>
              <a:ext uri="{FF2B5EF4-FFF2-40B4-BE49-F238E27FC236}">
                <a16:creationId xmlns:a16="http://schemas.microsoft.com/office/drawing/2014/main" id="{7952466A-534E-2E72-2319-35AFAA5FE60F}"/>
              </a:ext>
            </a:extLst>
          </p:cNvPr>
          <p:cNvSpPr/>
          <p:nvPr/>
        </p:nvSpPr>
        <p:spPr>
          <a:xfrm>
            <a:off x="1201935" y="5006014"/>
            <a:ext cx="835152" cy="856678"/>
          </a:xfrm>
          <a:prstGeom prst="roundRect">
            <a:avLst>
              <a:gd name="adj" fmla="val 17791"/>
            </a:avLst>
          </a:prstGeom>
          <a:solidFill>
            <a:srgbClr val="FCF2EE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0" name="矩形: 圆角 129">
            <a:extLst>
              <a:ext uri="{FF2B5EF4-FFF2-40B4-BE49-F238E27FC236}">
                <a16:creationId xmlns:a16="http://schemas.microsoft.com/office/drawing/2014/main" id="{88A326B9-8262-DB9D-92CE-605B92722520}"/>
              </a:ext>
            </a:extLst>
          </p:cNvPr>
          <p:cNvSpPr/>
          <p:nvPr/>
        </p:nvSpPr>
        <p:spPr>
          <a:xfrm>
            <a:off x="1263912" y="5003579"/>
            <a:ext cx="835152" cy="856678"/>
          </a:xfrm>
          <a:prstGeom prst="roundRect">
            <a:avLst>
              <a:gd name="adj" fmla="val 17791"/>
            </a:avLst>
          </a:prstGeom>
          <a:solidFill>
            <a:srgbClr val="FCF2EE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1" name="矩形: 圆角 130">
            <a:extLst>
              <a:ext uri="{FF2B5EF4-FFF2-40B4-BE49-F238E27FC236}">
                <a16:creationId xmlns:a16="http://schemas.microsoft.com/office/drawing/2014/main" id="{40BA8701-446A-5D15-2142-A7FEC19EB28C}"/>
              </a:ext>
            </a:extLst>
          </p:cNvPr>
          <p:cNvSpPr/>
          <p:nvPr/>
        </p:nvSpPr>
        <p:spPr>
          <a:xfrm>
            <a:off x="2288398" y="5003579"/>
            <a:ext cx="315975" cy="828000"/>
          </a:xfrm>
          <a:prstGeom prst="roundRect">
            <a:avLst>
              <a:gd name="adj" fmla="val 17791"/>
            </a:avLst>
          </a:prstGeom>
          <a:solidFill>
            <a:srgbClr val="F3EBDA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矩形: 圆角 131">
            <a:extLst>
              <a:ext uri="{FF2B5EF4-FFF2-40B4-BE49-F238E27FC236}">
                <a16:creationId xmlns:a16="http://schemas.microsoft.com/office/drawing/2014/main" id="{EDEC211F-CAE3-C885-91A5-13C52F22544E}"/>
              </a:ext>
            </a:extLst>
          </p:cNvPr>
          <p:cNvSpPr/>
          <p:nvPr/>
        </p:nvSpPr>
        <p:spPr>
          <a:xfrm>
            <a:off x="2839598" y="5003579"/>
            <a:ext cx="315975" cy="828000"/>
          </a:xfrm>
          <a:prstGeom prst="roundRect">
            <a:avLst>
              <a:gd name="adj" fmla="val 17791"/>
            </a:avLst>
          </a:prstGeom>
          <a:solidFill>
            <a:srgbClr val="DCE9F5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3" name="矩形: 圆角 132">
            <a:extLst>
              <a:ext uri="{FF2B5EF4-FFF2-40B4-BE49-F238E27FC236}">
                <a16:creationId xmlns:a16="http://schemas.microsoft.com/office/drawing/2014/main" id="{721AE7FB-AA85-B874-56A8-821E8A22B264}"/>
              </a:ext>
            </a:extLst>
          </p:cNvPr>
          <p:cNvSpPr/>
          <p:nvPr/>
        </p:nvSpPr>
        <p:spPr>
          <a:xfrm>
            <a:off x="3429000" y="4827811"/>
            <a:ext cx="315975" cy="272891"/>
          </a:xfrm>
          <a:prstGeom prst="roundRect">
            <a:avLst>
              <a:gd name="adj" fmla="val 17791"/>
            </a:avLst>
          </a:prstGeom>
          <a:solidFill>
            <a:srgbClr val="E9D9B8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4" name="矩形: 圆角 133">
            <a:extLst>
              <a:ext uri="{FF2B5EF4-FFF2-40B4-BE49-F238E27FC236}">
                <a16:creationId xmlns:a16="http://schemas.microsoft.com/office/drawing/2014/main" id="{F7CEDE4F-4981-A9DF-E35D-DDAC335D1C45}"/>
              </a:ext>
            </a:extLst>
          </p:cNvPr>
          <p:cNvSpPr/>
          <p:nvPr/>
        </p:nvSpPr>
        <p:spPr>
          <a:xfrm>
            <a:off x="3945399" y="4838987"/>
            <a:ext cx="880257" cy="1250283"/>
          </a:xfrm>
          <a:prstGeom prst="roundRect">
            <a:avLst>
              <a:gd name="adj" fmla="val 16348"/>
            </a:avLst>
          </a:prstGeom>
          <a:solidFill>
            <a:srgbClr val="F4F2EC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8" name="矩形: 圆角 137">
            <a:extLst>
              <a:ext uri="{FF2B5EF4-FFF2-40B4-BE49-F238E27FC236}">
                <a16:creationId xmlns:a16="http://schemas.microsoft.com/office/drawing/2014/main" id="{C3D3E16E-D280-5492-4C7A-041D59D57CB0}"/>
              </a:ext>
            </a:extLst>
          </p:cNvPr>
          <p:cNvSpPr/>
          <p:nvPr/>
        </p:nvSpPr>
        <p:spPr>
          <a:xfrm>
            <a:off x="5021610" y="4840416"/>
            <a:ext cx="419733" cy="1248854"/>
          </a:xfrm>
          <a:prstGeom prst="roundRect">
            <a:avLst>
              <a:gd name="adj" fmla="val 17791"/>
            </a:avLst>
          </a:prstGeom>
          <a:solidFill>
            <a:srgbClr val="F4F2EC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矩形: 圆角 138">
            <a:extLst>
              <a:ext uri="{FF2B5EF4-FFF2-40B4-BE49-F238E27FC236}">
                <a16:creationId xmlns:a16="http://schemas.microsoft.com/office/drawing/2014/main" id="{1D44FB8B-B95F-1435-E742-B8AD3B4E7E93}"/>
              </a:ext>
            </a:extLst>
          </p:cNvPr>
          <p:cNvSpPr/>
          <p:nvPr/>
        </p:nvSpPr>
        <p:spPr>
          <a:xfrm>
            <a:off x="5062153" y="4886711"/>
            <a:ext cx="352059" cy="288000"/>
          </a:xfrm>
          <a:prstGeom prst="roundRect">
            <a:avLst>
              <a:gd name="adj" fmla="val 17791"/>
            </a:avLst>
          </a:prstGeom>
          <a:solidFill>
            <a:srgbClr val="F9E3D4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0" name="矩形: 圆角 139">
            <a:extLst>
              <a:ext uri="{FF2B5EF4-FFF2-40B4-BE49-F238E27FC236}">
                <a16:creationId xmlns:a16="http://schemas.microsoft.com/office/drawing/2014/main" id="{AFEF347D-13B8-55C2-3F14-12265D30F68F}"/>
              </a:ext>
            </a:extLst>
          </p:cNvPr>
          <p:cNvSpPr/>
          <p:nvPr/>
        </p:nvSpPr>
        <p:spPr>
          <a:xfrm>
            <a:off x="5062153" y="5229732"/>
            <a:ext cx="352059" cy="288000"/>
          </a:xfrm>
          <a:prstGeom prst="roundRect">
            <a:avLst>
              <a:gd name="adj" fmla="val 17791"/>
            </a:avLst>
          </a:prstGeom>
          <a:solidFill>
            <a:srgbClr val="FEF0CA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1" name="矩形: 圆角 140">
            <a:extLst>
              <a:ext uri="{FF2B5EF4-FFF2-40B4-BE49-F238E27FC236}">
                <a16:creationId xmlns:a16="http://schemas.microsoft.com/office/drawing/2014/main" id="{45661329-4B53-312F-AE60-70B8B930B078}"/>
              </a:ext>
            </a:extLst>
          </p:cNvPr>
          <p:cNvSpPr/>
          <p:nvPr/>
        </p:nvSpPr>
        <p:spPr>
          <a:xfrm>
            <a:off x="5062153" y="5720436"/>
            <a:ext cx="352059" cy="288000"/>
          </a:xfrm>
          <a:prstGeom prst="roundRect">
            <a:avLst>
              <a:gd name="adj" fmla="val 17791"/>
            </a:avLst>
          </a:prstGeom>
          <a:solidFill>
            <a:srgbClr val="E0EED7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2" name="组合 141">
            <a:extLst>
              <a:ext uri="{FF2B5EF4-FFF2-40B4-BE49-F238E27FC236}">
                <a16:creationId xmlns:a16="http://schemas.microsoft.com/office/drawing/2014/main" id="{CE991641-B523-AC85-FF99-73FB5CA6EEFB}"/>
              </a:ext>
            </a:extLst>
          </p:cNvPr>
          <p:cNvGrpSpPr/>
          <p:nvPr/>
        </p:nvGrpSpPr>
        <p:grpSpPr>
          <a:xfrm>
            <a:off x="5709085" y="5298880"/>
            <a:ext cx="252000" cy="252000"/>
            <a:chOff x="5371735" y="3802301"/>
            <a:chExt cx="252000" cy="252000"/>
          </a:xfrm>
        </p:grpSpPr>
        <p:sp>
          <p:nvSpPr>
            <p:cNvPr id="143" name="椭圆 142">
              <a:extLst>
                <a:ext uri="{FF2B5EF4-FFF2-40B4-BE49-F238E27FC236}">
                  <a16:creationId xmlns:a16="http://schemas.microsoft.com/office/drawing/2014/main" id="{E0582939-2312-F13F-D738-A6FBB0A752BB}"/>
                </a:ext>
              </a:extLst>
            </p:cNvPr>
            <p:cNvSpPr/>
            <p:nvPr/>
          </p:nvSpPr>
          <p:spPr>
            <a:xfrm>
              <a:off x="5371735" y="3802301"/>
              <a:ext cx="252000" cy="25200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44" name="直接连接符 143">
              <a:extLst>
                <a:ext uri="{FF2B5EF4-FFF2-40B4-BE49-F238E27FC236}">
                  <a16:creationId xmlns:a16="http://schemas.microsoft.com/office/drawing/2014/main" id="{0571E440-DF0D-758F-5667-DFBA8B6DF7B8}"/>
                </a:ext>
              </a:extLst>
            </p:cNvPr>
            <p:cNvCxnSpPr>
              <a:stCxn id="143" idx="1"/>
              <a:endCxn id="143" idx="5"/>
            </p:cNvCxnSpPr>
            <p:nvPr/>
          </p:nvCxnSpPr>
          <p:spPr>
            <a:xfrm>
              <a:off x="5408640" y="3839206"/>
              <a:ext cx="178190" cy="17819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5" name="直接连接符 144">
              <a:extLst>
                <a:ext uri="{FF2B5EF4-FFF2-40B4-BE49-F238E27FC236}">
                  <a16:creationId xmlns:a16="http://schemas.microsoft.com/office/drawing/2014/main" id="{4FDE77FC-C26B-8BCD-C46F-7F6B147C41F4}"/>
                </a:ext>
              </a:extLst>
            </p:cNvPr>
            <p:cNvCxnSpPr>
              <a:stCxn id="143" idx="7"/>
              <a:endCxn id="143" idx="3"/>
            </p:cNvCxnSpPr>
            <p:nvPr/>
          </p:nvCxnSpPr>
          <p:spPr>
            <a:xfrm flipH="1">
              <a:off x="5408640" y="3839206"/>
              <a:ext cx="178190" cy="17819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6" name="矩形: 圆角 145">
            <a:extLst>
              <a:ext uri="{FF2B5EF4-FFF2-40B4-BE49-F238E27FC236}">
                <a16:creationId xmlns:a16="http://schemas.microsoft.com/office/drawing/2014/main" id="{F089C141-89A4-C752-FB2A-3C3E5A04257D}"/>
              </a:ext>
            </a:extLst>
          </p:cNvPr>
          <p:cNvSpPr/>
          <p:nvPr/>
        </p:nvSpPr>
        <p:spPr>
          <a:xfrm>
            <a:off x="6231561" y="5281258"/>
            <a:ext cx="352059" cy="288000"/>
          </a:xfrm>
          <a:prstGeom prst="roundRect">
            <a:avLst>
              <a:gd name="adj" fmla="val 17791"/>
            </a:avLst>
          </a:prstGeom>
          <a:solidFill>
            <a:srgbClr val="EFD3C4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7" name="矩形: 圆角 146">
            <a:extLst>
              <a:ext uri="{FF2B5EF4-FFF2-40B4-BE49-F238E27FC236}">
                <a16:creationId xmlns:a16="http://schemas.microsoft.com/office/drawing/2014/main" id="{B83A5400-3850-4E92-5C20-DCA683B5DD73}"/>
              </a:ext>
            </a:extLst>
          </p:cNvPr>
          <p:cNvSpPr/>
          <p:nvPr/>
        </p:nvSpPr>
        <p:spPr>
          <a:xfrm>
            <a:off x="861307" y="6162388"/>
            <a:ext cx="235218" cy="217458"/>
          </a:xfrm>
          <a:prstGeom prst="roundRect">
            <a:avLst>
              <a:gd name="adj" fmla="val 17791"/>
            </a:avLst>
          </a:prstGeom>
          <a:solidFill>
            <a:srgbClr val="FEEFD2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8" name="矩形: 圆角 147">
            <a:extLst>
              <a:ext uri="{FF2B5EF4-FFF2-40B4-BE49-F238E27FC236}">
                <a16:creationId xmlns:a16="http://schemas.microsoft.com/office/drawing/2014/main" id="{B2C83DB0-CE4A-0545-ABE1-1D9A7F0F5201}"/>
              </a:ext>
            </a:extLst>
          </p:cNvPr>
          <p:cNvSpPr/>
          <p:nvPr/>
        </p:nvSpPr>
        <p:spPr>
          <a:xfrm>
            <a:off x="1263912" y="6154531"/>
            <a:ext cx="791208" cy="247794"/>
          </a:xfrm>
          <a:prstGeom prst="roundRect">
            <a:avLst>
              <a:gd name="adj" fmla="val 17791"/>
            </a:avLst>
          </a:prstGeom>
          <a:solidFill>
            <a:srgbClr val="E5E7D9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0" name="矩形: 圆角 149">
            <a:extLst>
              <a:ext uri="{FF2B5EF4-FFF2-40B4-BE49-F238E27FC236}">
                <a16:creationId xmlns:a16="http://schemas.microsoft.com/office/drawing/2014/main" id="{C2FE4F22-3027-BFEC-6E6C-F682059B87DD}"/>
              </a:ext>
            </a:extLst>
          </p:cNvPr>
          <p:cNvSpPr/>
          <p:nvPr/>
        </p:nvSpPr>
        <p:spPr>
          <a:xfrm>
            <a:off x="1131328" y="6680277"/>
            <a:ext cx="835152" cy="856678"/>
          </a:xfrm>
          <a:prstGeom prst="roundRect">
            <a:avLst>
              <a:gd name="adj" fmla="val 17791"/>
            </a:avLst>
          </a:prstGeom>
          <a:solidFill>
            <a:srgbClr val="FCF2EE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1" name="矩形: 圆角 150">
            <a:extLst>
              <a:ext uri="{FF2B5EF4-FFF2-40B4-BE49-F238E27FC236}">
                <a16:creationId xmlns:a16="http://schemas.microsoft.com/office/drawing/2014/main" id="{7DCB8920-B39D-8496-8B7A-D8FC3D9DE3C2}"/>
              </a:ext>
            </a:extLst>
          </p:cNvPr>
          <p:cNvSpPr/>
          <p:nvPr/>
        </p:nvSpPr>
        <p:spPr>
          <a:xfrm>
            <a:off x="1193305" y="6680807"/>
            <a:ext cx="835152" cy="856678"/>
          </a:xfrm>
          <a:prstGeom prst="roundRect">
            <a:avLst>
              <a:gd name="adj" fmla="val 17791"/>
            </a:avLst>
          </a:prstGeom>
          <a:solidFill>
            <a:srgbClr val="FCF2EE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2" name="矩形: 圆角 151">
            <a:extLst>
              <a:ext uri="{FF2B5EF4-FFF2-40B4-BE49-F238E27FC236}">
                <a16:creationId xmlns:a16="http://schemas.microsoft.com/office/drawing/2014/main" id="{F1A64FEA-3D10-C9D0-FD3A-25D2CE374552}"/>
              </a:ext>
            </a:extLst>
          </p:cNvPr>
          <p:cNvSpPr/>
          <p:nvPr/>
        </p:nvSpPr>
        <p:spPr>
          <a:xfrm>
            <a:off x="1255282" y="6678372"/>
            <a:ext cx="835152" cy="856678"/>
          </a:xfrm>
          <a:prstGeom prst="roundRect">
            <a:avLst>
              <a:gd name="adj" fmla="val 17791"/>
            </a:avLst>
          </a:prstGeom>
          <a:solidFill>
            <a:srgbClr val="FCF2EE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3" name="矩形: 圆角 152">
            <a:extLst>
              <a:ext uri="{FF2B5EF4-FFF2-40B4-BE49-F238E27FC236}">
                <a16:creationId xmlns:a16="http://schemas.microsoft.com/office/drawing/2014/main" id="{737F5746-B4DF-AD7F-07CF-E5770A7A65AB}"/>
              </a:ext>
            </a:extLst>
          </p:cNvPr>
          <p:cNvSpPr/>
          <p:nvPr/>
        </p:nvSpPr>
        <p:spPr>
          <a:xfrm>
            <a:off x="403107" y="6508946"/>
            <a:ext cx="450580" cy="1213544"/>
          </a:xfrm>
          <a:prstGeom prst="roundRect">
            <a:avLst>
              <a:gd name="adj" fmla="val 17791"/>
            </a:avLst>
          </a:prstGeom>
          <a:solidFill>
            <a:srgbClr val="F3DFD3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4" name="矩形: 圆角 153">
            <a:extLst>
              <a:ext uri="{FF2B5EF4-FFF2-40B4-BE49-F238E27FC236}">
                <a16:creationId xmlns:a16="http://schemas.microsoft.com/office/drawing/2014/main" id="{0DD3EA61-59D6-B4AC-6636-AC544AC0DB46}"/>
              </a:ext>
            </a:extLst>
          </p:cNvPr>
          <p:cNvSpPr/>
          <p:nvPr/>
        </p:nvSpPr>
        <p:spPr>
          <a:xfrm>
            <a:off x="2288398" y="6731182"/>
            <a:ext cx="315975" cy="828000"/>
          </a:xfrm>
          <a:prstGeom prst="roundRect">
            <a:avLst>
              <a:gd name="adj" fmla="val 17791"/>
            </a:avLst>
          </a:prstGeom>
          <a:solidFill>
            <a:srgbClr val="F3EBDA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5" name="矩形: 圆角 154">
            <a:extLst>
              <a:ext uri="{FF2B5EF4-FFF2-40B4-BE49-F238E27FC236}">
                <a16:creationId xmlns:a16="http://schemas.microsoft.com/office/drawing/2014/main" id="{E13FF371-DB53-C52E-17AB-5F18007E33B6}"/>
              </a:ext>
            </a:extLst>
          </p:cNvPr>
          <p:cNvSpPr/>
          <p:nvPr/>
        </p:nvSpPr>
        <p:spPr>
          <a:xfrm>
            <a:off x="2839598" y="6715389"/>
            <a:ext cx="315975" cy="828000"/>
          </a:xfrm>
          <a:prstGeom prst="roundRect">
            <a:avLst>
              <a:gd name="adj" fmla="val 17791"/>
            </a:avLst>
          </a:prstGeom>
          <a:solidFill>
            <a:srgbClr val="DCE9F5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7" name="矩形: 圆角 156">
            <a:extLst>
              <a:ext uri="{FF2B5EF4-FFF2-40B4-BE49-F238E27FC236}">
                <a16:creationId xmlns:a16="http://schemas.microsoft.com/office/drawing/2014/main" id="{A4E82ECE-A455-404A-3CC0-95F9DF062A2E}"/>
              </a:ext>
            </a:extLst>
          </p:cNvPr>
          <p:cNvSpPr/>
          <p:nvPr/>
        </p:nvSpPr>
        <p:spPr>
          <a:xfrm>
            <a:off x="4004057" y="4890453"/>
            <a:ext cx="761878" cy="288000"/>
          </a:xfrm>
          <a:prstGeom prst="roundRect">
            <a:avLst>
              <a:gd name="adj" fmla="val 17791"/>
            </a:avLst>
          </a:prstGeom>
          <a:solidFill>
            <a:srgbClr val="F9E3D4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8" name="矩形: 圆角 157">
            <a:extLst>
              <a:ext uri="{FF2B5EF4-FFF2-40B4-BE49-F238E27FC236}">
                <a16:creationId xmlns:a16="http://schemas.microsoft.com/office/drawing/2014/main" id="{27553008-272B-C0BC-D2B1-03ECC3CC6572}"/>
              </a:ext>
            </a:extLst>
          </p:cNvPr>
          <p:cNvSpPr/>
          <p:nvPr/>
        </p:nvSpPr>
        <p:spPr>
          <a:xfrm>
            <a:off x="4009265" y="5230828"/>
            <a:ext cx="761878" cy="288000"/>
          </a:xfrm>
          <a:prstGeom prst="roundRect">
            <a:avLst>
              <a:gd name="adj" fmla="val 17791"/>
            </a:avLst>
          </a:prstGeom>
          <a:solidFill>
            <a:srgbClr val="FEF0CA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9" name="矩形: 圆角 158">
            <a:extLst>
              <a:ext uri="{FF2B5EF4-FFF2-40B4-BE49-F238E27FC236}">
                <a16:creationId xmlns:a16="http://schemas.microsoft.com/office/drawing/2014/main" id="{D7C02717-7CFE-5C2F-08EF-9AE50A298B63}"/>
              </a:ext>
            </a:extLst>
          </p:cNvPr>
          <p:cNvSpPr/>
          <p:nvPr/>
        </p:nvSpPr>
        <p:spPr>
          <a:xfrm>
            <a:off x="4009265" y="5718230"/>
            <a:ext cx="761878" cy="288000"/>
          </a:xfrm>
          <a:prstGeom prst="roundRect">
            <a:avLst>
              <a:gd name="adj" fmla="val 17791"/>
            </a:avLst>
          </a:prstGeom>
          <a:solidFill>
            <a:srgbClr val="E0EED7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0" name="矩形: 圆角 159">
            <a:extLst>
              <a:ext uri="{FF2B5EF4-FFF2-40B4-BE49-F238E27FC236}">
                <a16:creationId xmlns:a16="http://schemas.microsoft.com/office/drawing/2014/main" id="{337FBE80-ACCD-3A11-C700-09E6B300BCDF}"/>
              </a:ext>
            </a:extLst>
          </p:cNvPr>
          <p:cNvSpPr/>
          <p:nvPr/>
        </p:nvSpPr>
        <p:spPr>
          <a:xfrm>
            <a:off x="3945399" y="6527747"/>
            <a:ext cx="880257" cy="1250283"/>
          </a:xfrm>
          <a:prstGeom prst="roundRect">
            <a:avLst>
              <a:gd name="adj" fmla="val 16348"/>
            </a:avLst>
          </a:prstGeom>
          <a:solidFill>
            <a:srgbClr val="F4F2EC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1" name="矩形: 圆角 160">
            <a:extLst>
              <a:ext uri="{FF2B5EF4-FFF2-40B4-BE49-F238E27FC236}">
                <a16:creationId xmlns:a16="http://schemas.microsoft.com/office/drawing/2014/main" id="{7903EAAA-3AFA-E44E-8088-0EE2E849E540}"/>
              </a:ext>
            </a:extLst>
          </p:cNvPr>
          <p:cNvSpPr/>
          <p:nvPr/>
        </p:nvSpPr>
        <p:spPr>
          <a:xfrm>
            <a:off x="4004057" y="6601173"/>
            <a:ext cx="761878" cy="288000"/>
          </a:xfrm>
          <a:prstGeom prst="roundRect">
            <a:avLst>
              <a:gd name="adj" fmla="val 17791"/>
            </a:avLst>
          </a:prstGeom>
          <a:solidFill>
            <a:srgbClr val="F9E3D4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2" name="矩形: 圆角 161">
            <a:extLst>
              <a:ext uri="{FF2B5EF4-FFF2-40B4-BE49-F238E27FC236}">
                <a16:creationId xmlns:a16="http://schemas.microsoft.com/office/drawing/2014/main" id="{B95865B4-BFAC-B61F-C38D-72A185B5C817}"/>
              </a:ext>
            </a:extLst>
          </p:cNvPr>
          <p:cNvSpPr/>
          <p:nvPr/>
        </p:nvSpPr>
        <p:spPr>
          <a:xfrm>
            <a:off x="4007376" y="6939299"/>
            <a:ext cx="761878" cy="288000"/>
          </a:xfrm>
          <a:prstGeom prst="roundRect">
            <a:avLst>
              <a:gd name="adj" fmla="val 17791"/>
            </a:avLst>
          </a:prstGeom>
          <a:solidFill>
            <a:srgbClr val="FEF0CA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3" name="矩形: 圆角 162">
            <a:extLst>
              <a:ext uri="{FF2B5EF4-FFF2-40B4-BE49-F238E27FC236}">
                <a16:creationId xmlns:a16="http://schemas.microsoft.com/office/drawing/2014/main" id="{8204075B-A4CD-7878-4C48-DCD7214032ED}"/>
              </a:ext>
            </a:extLst>
          </p:cNvPr>
          <p:cNvSpPr/>
          <p:nvPr/>
        </p:nvSpPr>
        <p:spPr>
          <a:xfrm>
            <a:off x="4007376" y="7414249"/>
            <a:ext cx="761878" cy="288000"/>
          </a:xfrm>
          <a:prstGeom prst="roundRect">
            <a:avLst>
              <a:gd name="adj" fmla="val 17791"/>
            </a:avLst>
          </a:prstGeom>
          <a:solidFill>
            <a:srgbClr val="E0EED7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4" name="矩形: 圆角 163">
            <a:extLst>
              <a:ext uri="{FF2B5EF4-FFF2-40B4-BE49-F238E27FC236}">
                <a16:creationId xmlns:a16="http://schemas.microsoft.com/office/drawing/2014/main" id="{0FB6D06E-63EC-7CB6-8ABA-AB00629DF10E}"/>
              </a:ext>
            </a:extLst>
          </p:cNvPr>
          <p:cNvSpPr/>
          <p:nvPr/>
        </p:nvSpPr>
        <p:spPr>
          <a:xfrm>
            <a:off x="5021610" y="6534229"/>
            <a:ext cx="419733" cy="1248854"/>
          </a:xfrm>
          <a:prstGeom prst="roundRect">
            <a:avLst>
              <a:gd name="adj" fmla="val 17791"/>
            </a:avLst>
          </a:prstGeom>
          <a:solidFill>
            <a:srgbClr val="F4F2EC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5" name="矩形: 圆角 164">
            <a:extLst>
              <a:ext uri="{FF2B5EF4-FFF2-40B4-BE49-F238E27FC236}">
                <a16:creationId xmlns:a16="http://schemas.microsoft.com/office/drawing/2014/main" id="{87253C55-7131-0323-DB59-DA4A86BD72E4}"/>
              </a:ext>
            </a:extLst>
          </p:cNvPr>
          <p:cNvSpPr/>
          <p:nvPr/>
        </p:nvSpPr>
        <p:spPr>
          <a:xfrm>
            <a:off x="5062153" y="6594803"/>
            <a:ext cx="352059" cy="288000"/>
          </a:xfrm>
          <a:prstGeom prst="roundRect">
            <a:avLst>
              <a:gd name="adj" fmla="val 17791"/>
            </a:avLst>
          </a:prstGeom>
          <a:solidFill>
            <a:srgbClr val="F9E3D4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6" name="矩形: 圆角 165">
            <a:extLst>
              <a:ext uri="{FF2B5EF4-FFF2-40B4-BE49-F238E27FC236}">
                <a16:creationId xmlns:a16="http://schemas.microsoft.com/office/drawing/2014/main" id="{06FB6C6D-D0FC-5635-EC19-6C3C2D45DEBA}"/>
              </a:ext>
            </a:extLst>
          </p:cNvPr>
          <p:cNvSpPr/>
          <p:nvPr/>
        </p:nvSpPr>
        <p:spPr>
          <a:xfrm>
            <a:off x="5057742" y="6943377"/>
            <a:ext cx="352059" cy="288000"/>
          </a:xfrm>
          <a:prstGeom prst="roundRect">
            <a:avLst>
              <a:gd name="adj" fmla="val 17791"/>
            </a:avLst>
          </a:prstGeom>
          <a:solidFill>
            <a:srgbClr val="FEF0CA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7" name="矩形: 圆角 166">
            <a:extLst>
              <a:ext uri="{FF2B5EF4-FFF2-40B4-BE49-F238E27FC236}">
                <a16:creationId xmlns:a16="http://schemas.microsoft.com/office/drawing/2014/main" id="{EEDE93FC-2B61-7B09-2D89-ECD0E4A6B47D}"/>
              </a:ext>
            </a:extLst>
          </p:cNvPr>
          <p:cNvSpPr/>
          <p:nvPr/>
        </p:nvSpPr>
        <p:spPr>
          <a:xfrm>
            <a:off x="5062153" y="7423501"/>
            <a:ext cx="352059" cy="288000"/>
          </a:xfrm>
          <a:prstGeom prst="roundRect">
            <a:avLst>
              <a:gd name="adj" fmla="val 17791"/>
            </a:avLst>
          </a:prstGeom>
          <a:solidFill>
            <a:srgbClr val="E0EED7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8" name="组合 167">
            <a:extLst>
              <a:ext uri="{FF2B5EF4-FFF2-40B4-BE49-F238E27FC236}">
                <a16:creationId xmlns:a16="http://schemas.microsoft.com/office/drawing/2014/main" id="{FE47E43C-54B2-E2A4-4BE3-71E52F3DFB5C}"/>
              </a:ext>
            </a:extLst>
          </p:cNvPr>
          <p:cNvGrpSpPr/>
          <p:nvPr/>
        </p:nvGrpSpPr>
        <p:grpSpPr>
          <a:xfrm>
            <a:off x="5724325" y="6968007"/>
            <a:ext cx="252000" cy="252000"/>
            <a:chOff x="5371735" y="3802301"/>
            <a:chExt cx="252000" cy="252000"/>
          </a:xfrm>
        </p:grpSpPr>
        <p:sp>
          <p:nvSpPr>
            <p:cNvPr id="169" name="椭圆 168">
              <a:extLst>
                <a:ext uri="{FF2B5EF4-FFF2-40B4-BE49-F238E27FC236}">
                  <a16:creationId xmlns:a16="http://schemas.microsoft.com/office/drawing/2014/main" id="{9F33BF32-4F06-B4FA-1F4B-54DAD00B8FF3}"/>
                </a:ext>
              </a:extLst>
            </p:cNvPr>
            <p:cNvSpPr/>
            <p:nvPr/>
          </p:nvSpPr>
          <p:spPr>
            <a:xfrm>
              <a:off x="5371735" y="3802301"/>
              <a:ext cx="252000" cy="25200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70" name="直接连接符 169">
              <a:extLst>
                <a:ext uri="{FF2B5EF4-FFF2-40B4-BE49-F238E27FC236}">
                  <a16:creationId xmlns:a16="http://schemas.microsoft.com/office/drawing/2014/main" id="{5C05349E-AB75-E0C2-1950-7403BA3779A7}"/>
                </a:ext>
              </a:extLst>
            </p:cNvPr>
            <p:cNvCxnSpPr>
              <a:stCxn id="169" idx="1"/>
              <a:endCxn id="169" idx="5"/>
            </p:cNvCxnSpPr>
            <p:nvPr/>
          </p:nvCxnSpPr>
          <p:spPr>
            <a:xfrm>
              <a:off x="5408640" y="3839206"/>
              <a:ext cx="178190" cy="17819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1" name="直接连接符 170">
              <a:extLst>
                <a:ext uri="{FF2B5EF4-FFF2-40B4-BE49-F238E27FC236}">
                  <a16:creationId xmlns:a16="http://schemas.microsoft.com/office/drawing/2014/main" id="{B93E8C44-E07B-F11F-E62A-1A791EC3104B}"/>
                </a:ext>
              </a:extLst>
            </p:cNvPr>
            <p:cNvCxnSpPr>
              <a:stCxn id="169" idx="7"/>
              <a:endCxn id="169" idx="3"/>
            </p:cNvCxnSpPr>
            <p:nvPr/>
          </p:nvCxnSpPr>
          <p:spPr>
            <a:xfrm flipH="1">
              <a:off x="5408640" y="3839206"/>
              <a:ext cx="178190" cy="17819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72" name="矩形: 圆角 171">
            <a:extLst>
              <a:ext uri="{FF2B5EF4-FFF2-40B4-BE49-F238E27FC236}">
                <a16:creationId xmlns:a16="http://schemas.microsoft.com/office/drawing/2014/main" id="{52640532-F17F-096B-14CE-EBC289B777EF}"/>
              </a:ext>
            </a:extLst>
          </p:cNvPr>
          <p:cNvSpPr/>
          <p:nvPr/>
        </p:nvSpPr>
        <p:spPr>
          <a:xfrm>
            <a:off x="6246801" y="6968007"/>
            <a:ext cx="352059" cy="269621"/>
          </a:xfrm>
          <a:prstGeom prst="roundRect">
            <a:avLst>
              <a:gd name="adj" fmla="val 17791"/>
            </a:avLst>
          </a:prstGeom>
          <a:solidFill>
            <a:srgbClr val="EFD3C4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3" name="矩形: 圆角 172">
            <a:extLst>
              <a:ext uri="{FF2B5EF4-FFF2-40B4-BE49-F238E27FC236}">
                <a16:creationId xmlns:a16="http://schemas.microsoft.com/office/drawing/2014/main" id="{9E91F1D5-942E-FC01-99E2-4A78A66BF89D}"/>
              </a:ext>
            </a:extLst>
          </p:cNvPr>
          <p:cNvSpPr/>
          <p:nvPr/>
        </p:nvSpPr>
        <p:spPr>
          <a:xfrm>
            <a:off x="3431771" y="7497029"/>
            <a:ext cx="310432" cy="288000"/>
          </a:xfrm>
          <a:prstGeom prst="roundRect">
            <a:avLst>
              <a:gd name="adj" fmla="val 17791"/>
            </a:avLst>
          </a:prstGeom>
          <a:solidFill>
            <a:srgbClr val="E9D9B8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4" name="箭头: 下 173">
            <a:extLst>
              <a:ext uri="{FF2B5EF4-FFF2-40B4-BE49-F238E27FC236}">
                <a16:creationId xmlns:a16="http://schemas.microsoft.com/office/drawing/2014/main" id="{D1AC693A-643B-CF67-B172-489C16ED213E}"/>
              </a:ext>
            </a:extLst>
          </p:cNvPr>
          <p:cNvSpPr/>
          <p:nvPr/>
        </p:nvSpPr>
        <p:spPr>
          <a:xfrm rot="5400000">
            <a:off x="1129590" y="6229271"/>
            <a:ext cx="99249" cy="93189"/>
          </a:xfrm>
          <a:prstGeom prst="downArrow">
            <a:avLst>
              <a:gd name="adj1" fmla="val 50000"/>
              <a:gd name="adj2" fmla="val 49318"/>
            </a:avLst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5" name="箭头: 下 174">
            <a:extLst>
              <a:ext uri="{FF2B5EF4-FFF2-40B4-BE49-F238E27FC236}">
                <a16:creationId xmlns:a16="http://schemas.microsoft.com/office/drawing/2014/main" id="{C66645DC-A08F-5C1B-9CB9-8596618D61DC}"/>
              </a:ext>
            </a:extLst>
          </p:cNvPr>
          <p:cNvSpPr/>
          <p:nvPr/>
        </p:nvSpPr>
        <p:spPr>
          <a:xfrm>
            <a:off x="530373" y="6209014"/>
            <a:ext cx="164563" cy="179237"/>
          </a:xfrm>
          <a:prstGeom prst="downArrow">
            <a:avLst>
              <a:gd name="adj1" fmla="val 59261"/>
              <a:gd name="adj2" fmla="val 50000"/>
            </a:avLst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6" name="直接箭头连接符 175">
            <a:extLst>
              <a:ext uri="{FF2B5EF4-FFF2-40B4-BE49-F238E27FC236}">
                <a16:creationId xmlns:a16="http://schemas.microsoft.com/office/drawing/2014/main" id="{A253545D-2D4D-7D79-6018-E76DDE02883D}"/>
              </a:ext>
            </a:extLst>
          </p:cNvPr>
          <p:cNvCxnSpPr>
            <a:cxnSpLocks/>
          </p:cNvCxnSpPr>
          <p:nvPr/>
        </p:nvCxnSpPr>
        <p:spPr>
          <a:xfrm flipV="1">
            <a:off x="896118" y="5428870"/>
            <a:ext cx="236502" cy="3048"/>
          </a:xfrm>
          <a:prstGeom prst="straightConnector1">
            <a:avLst/>
          </a:prstGeom>
          <a:ln w="15875">
            <a:solidFill>
              <a:schemeClr val="tx1"/>
            </a:solidFill>
            <a:headEnd w="sm" len="lg"/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直接箭头连接符 176">
            <a:extLst>
              <a:ext uri="{FF2B5EF4-FFF2-40B4-BE49-F238E27FC236}">
                <a16:creationId xmlns:a16="http://schemas.microsoft.com/office/drawing/2014/main" id="{2E0B60A7-10FC-BD15-5FB5-A7509F6E0A9A}"/>
              </a:ext>
            </a:extLst>
          </p:cNvPr>
          <p:cNvCxnSpPr/>
          <p:nvPr/>
        </p:nvCxnSpPr>
        <p:spPr>
          <a:xfrm>
            <a:off x="2099064" y="5431918"/>
            <a:ext cx="187959" cy="0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直接箭头连接符 177">
            <a:extLst>
              <a:ext uri="{FF2B5EF4-FFF2-40B4-BE49-F238E27FC236}">
                <a16:creationId xmlns:a16="http://schemas.microsoft.com/office/drawing/2014/main" id="{3F74FFDD-5009-A3BF-E5ED-4F0BF8C46D54}"/>
              </a:ext>
            </a:extLst>
          </p:cNvPr>
          <p:cNvCxnSpPr/>
          <p:nvPr/>
        </p:nvCxnSpPr>
        <p:spPr>
          <a:xfrm>
            <a:off x="2602998" y="5417579"/>
            <a:ext cx="235705" cy="0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直接箭头连接符 178">
            <a:extLst>
              <a:ext uri="{FF2B5EF4-FFF2-40B4-BE49-F238E27FC236}">
                <a16:creationId xmlns:a16="http://schemas.microsoft.com/office/drawing/2014/main" id="{A32C70CB-3F5C-E02E-48A9-4E6E7B61A208}"/>
              </a:ext>
            </a:extLst>
          </p:cNvPr>
          <p:cNvCxnSpPr/>
          <p:nvPr/>
        </p:nvCxnSpPr>
        <p:spPr>
          <a:xfrm>
            <a:off x="3154678" y="5417579"/>
            <a:ext cx="795134" cy="0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连接符: 肘形 179">
            <a:extLst>
              <a:ext uri="{FF2B5EF4-FFF2-40B4-BE49-F238E27FC236}">
                <a16:creationId xmlns:a16="http://schemas.microsoft.com/office/drawing/2014/main" id="{E3AEE3C4-0D7E-9CED-7E82-BBDAA0B84517}"/>
              </a:ext>
            </a:extLst>
          </p:cNvPr>
          <p:cNvCxnSpPr/>
          <p:nvPr/>
        </p:nvCxnSpPr>
        <p:spPr>
          <a:xfrm flipV="1">
            <a:off x="3154678" y="4980513"/>
            <a:ext cx="266702" cy="447226"/>
          </a:xfrm>
          <a:prstGeom prst="bentConnector3">
            <a:avLst/>
          </a:prstGeom>
          <a:ln w="15875">
            <a:solidFill>
              <a:schemeClr val="tx1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连接符: 肘形 180">
            <a:extLst>
              <a:ext uri="{FF2B5EF4-FFF2-40B4-BE49-F238E27FC236}">
                <a16:creationId xmlns:a16="http://schemas.microsoft.com/office/drawing/2014/main" id="{3D78A67B-3FDB-83FC-78A6-2A153E700D44}"/>
              </a:ext>
            </a:extLst>
          </p:cNvPr>
          <p:cNvCxnSpPr>
            <a:cxnSpLocks/>
            <a:stCxn id="133" idx="0"/>
            <a:endCxn id="143" idx="0"/>
          </p:cNvCxnSpPr>
          <p:nvPr/>
        </p:nvCxnSpPr>
        <p:spPr>
          <a:xfrm rot="16200000" flipH="1">
            <a:off x="4475501" y="3939297"/>
            <a:ext cx="471069" cy="2248097"/>
          </a:xfrm>
          <a:prstGeom prst="bentConnector3">
            <a:avLst>
              <a:gd name="adj1" fmla="val -16176"/>
            </a:avLst>
          </a:prstGeom>
          <a:ln w="15875">
            <a:solidFill>
              <a:schemeClr val="tx1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直接箭头连接符 181">
            <a:extLst>
              <a:ext uri="{FF2B5EF4-FFF2-40B4-BE49-F238E27FC236}">
                <a16:creationId xmlns:a16="http://schemas.microsoft.com/office/drawing/2014/main" id="{5128B975-C621-23B7-2020-4A7F27C13958}"/>
              </a:ext>
            </a:extLst>
          </p:cNvPr>
          <p:cNvCxnSpPr>
            <a:cxnSpLocks/>
          </p:cNvCxnSpPr>
          <p:nvPr/>
        </p:nvCxnSpPr>
        <p:spPr>
          <a:xfrm>
            <a:off x="4763994" y="5026899"/>
            <a:ext cx="252000" cy="0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直接箭头连接符 182">
            <a:extLst>
              <a:ext uri="{FF2B5EF4-FFF2-40B4-BE49-F238E27FC236}">
                <a16:creationId xmlns:a16="http://schemas.microsoft.com/office/drawing/2014/main" id="{7F43A757-32DE-FA59-0E58-69696255FEA9}"/>
              </a:ext>
            </a:extLst>
          </p:cNvPr>
          <p:cNvCxnSpPr>
            <a:cxnSpLocks/>
            <a:stCxn id="158" idx="3"/>
          </p:cNvCxnSpPr>
          <p:nvPr/>
        </p:nvCxnSpPr>
        <p:spPr>
          <a:xfrm>
            <a:off x="4771143" y="5374828"/>
            <a:ext cx="252000" cy="0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直接箭头连接符 184">
            <a:extLst>
              <a:ext uri="{FF2B5EF4-FFF2-40B4-BE49-F238E27FC236}">
                <a16:creationId xmlns:a16="http://schemas.microsoft.com/office/drawing/2014/main" id="{2C5ED359-A4B3-F117-5451-F217BA204474}"/>
              </a:ext>
            </a:extLst>
          </p:cNvPr>
          <p:cNvCxnSpPr>
            <a:cxnSpLocks/>
          </p:cNvCxnSpPr>
          <p:nvPr/>
        </p:nvCxnSpPr>
        <p:spPr>
          <a:xfrm>
            <a:off x="5452370" y="5424880"/>
            <a:ext cx="256715" cy="0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直接箭头连接符 185">
            <a:extLst>
              <a:ext uri="{FF2B5EF4-FFF2-40B4-BE49-F238E27FC236}">
                <a16:creationId xmlns:a16="http://schemas.microsoft.com/office/drawing/2014/main" id="{00B7B6ED-A7B9-A9F3-3E87-3B106586EE29}"/>
              </a:ext>
            </a:extLst>
          </p:cNvPr>
          <p:cNvCxnSpPr>
            <a:cxnSpLocks/>
          </p:cNvCxnSpPr>
          <p:nvPr/>
        </p:nvCxnSpPr>
        <p:spPr>
          <a:xfrm>
            <a:off x="5961085" y="5424880"/>
            <a:ext cx="256715" cy="0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直接箭头连接符 186">
            <a:extLst>
              <a:ext uri="{FF2B5EF4-FFF2-40B4-BE49-F238E27FC236}">
                <a16:creationId xmlns:a16="http://schemas.microsoft.com/office/drawing/2014/main" id="{1E503A6C-D1F0-69A6-BF1C-C1B6DB6CAD39}"/>
              </a:ext>
            </a:extLst>
          </p:cNvPr>
          <p:cNvCxnSpPr>
            <a:cxnSpLocks/>
          </p:cNvCxnSpPr>
          <p:nvPr/>
        </p:nvCxnSpPr>
        <p:spPr>
          <a:xfrm>
            <a:off x="831969" y="7114112"/>
            <a:ext cx="288000" cy="0"/>
          </a:xfrm>
          <a:prstGeom prst="straightConnector1">
            <a:avLst/>
          </a:prstGeom>
          <a:ln w="15875">
            <a:solidFill>
              <a:schemeClr val="tx1"/>
            </a:solidFill>
            <a:headEnd w="sm" len="lg"/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直接箭头连接符 187">
            <a:extLst>
              <a:ext uri="{FF2B5EF4-FFF2-40B4-BE49-F238E27FC236}">
                <a16:creationId xmlns:a16="http://schemas.microsoft.com/office/drawing/2014/main" id="{F7339BAD-8972-99F8-B954-E53BC6A95D67}"/>
              </a:ext>
            </a:extLst>
          </p:cNvPr>
          <p:cNvCxnSpPr>
            <a:cxnSpLocks/>
          </p:cNvCxnSpPr>
          <p:nvPr/>
        </p:nvCxnSpPr>
        <p:spPr>
          <a:xfrm>
            <a:off x="2090269" y="7124177"/>
            <a:ext cx="198000" cy="0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直接箭头连接符 188">
            <a:extLst>
              <a:ext uri="{FF2B5EF4-FFF2-40B4-BE49-F238E27FC236}">
                <a16:creationId xmlns:a16="http://schemas.microsoft.com/office/drawing/2014/main" id="{3486B2EA-9051-4ADC-1FCB-05356883AA64}"/>
              </a:ext>
            </a:extLst>
          </p:cNvPr>
          <p:cNvCxnSpPr/>
          <p:nvPr/>
        </p:nvCxnSpPr>
        <p:spPr>
          <a:xfrm>
            <a:off x="2592596" y="7124177"/>
            <a:ext cx="235705" cy="0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直接箭头连接符 189">
            <a:extLst>
              <a:ext uri="{FF2B5EF4-FFF2-40B4-BE49-F238E27FC236}">
                <a16:creationId xmlns:a16="http://schemas.microsoft.com/office/drawing/2014/main" id="{E0F85CB4-AA2F-3A89-1D26-C26593E59309}"/>
              </a:ext>
            </a:extLst>
          </p:cNvPr>
          <p:cNvCxnSpPr>
            <a:cxnSpLocks/>
          </p:cNvCxnSpPr>
          <p:nvPr/>
        </p:nvCxnSpPr>
        <p:spPr>
          <a:xfrm>
            <a:off x="3152796" y="7128773"/>
            <a:ext cx="792000" cy="0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直接箭头连接符 193">
            <a:extLst>
              <a:ext uri="{FF2B5EF4-FFF2-40B4-BE49-F238E27FC236}">
                <a16:creationId xmlns:a16="http://schemas.microsoft.com/office/drawing/2014/main" id="{C364B292-97B2-F46F-F1B8-D817B335F3CD}"/>
              </a:ext>
            </a:extLst>
          </p:cNvPr>
          <p:cNvCxnSpPr>
            <a:cxnSpLocks/>
          </p:cNvCxnSpPr>
          <p:nvPr/>
        </p:nvCxnSpPr>
        <p:spPr>
          <a:xfrm>
            <a:off x="5976324" y="7094007"/>
            <a:ext cx="270000" cy="0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直接箭头连接符 194">
            <a:extLst>
              <a:ext uri="{FF2B5EF4-FFF2-40B4-BE49-F238E27FC236}">
                <a16:creationId xmlns:a16="http://schemas.microsoft.com/office/drawing/2014/main" id="{3ADA74C8-4D69-486E-2061-1910BF7ECD68}"/>
              </a:ext>
            </a:extLst>
          </p:cNvPr>
          <p:cNvCxnSpPr>
            <a:cxnSpLocks/>
          </p:cNvCxnSpPr>
          <p:nvPr/>
        </p:nvCxnSpPr>
        <p:spPr>
          <a:xfrm>
            <a:off x="5439463" y="7107074"/>
            <a:ext cx="288000" cy="0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连接符: 肘形 195">
            <a:extLst>
              <a:ext uri="{FF2B5EF4-FFF2-40B4-BE49-F238E27FC236}">
                <a16:creationId xmlns:a16="http://schemas.microsoft.com/office/drawing/2014/main" id="{AE3D9AB6-85AE-61C6-0087-C1FB2968BB14}"/>
              </a:ext>
            </a:extLst>
          </p:cNvPr>
          <p:cNvCxnSpPr/>
          <p:nvPr/>
        </p:nvCxnSpPr>
        <p:spPr>
          <a:xfrm>
            <a:off x="3156468" y="7129389"/>
            <a:ext cx="285695" cy="511640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连接符: 肘形 196">
            <a:extLst>
              <a:ext uri="{FF2B5EF4-FFF2-40B4-BE49-F238E27FC236}">
                <a16:creationId xmlns:a16="http://schemas.microsoft.com/office/drawing/2014/main" id="{08E21DC1-78A9-523F-9854-3B9301C4EC01}"/>
              </a:ext>
            </a:extLst>
          </p:cNvPr>
          <p:cNvCxnSpPr/>
          <p:nvPr/>
        </p:nvCxnSpPr>
        <p:spPr>
          <a:xfrm rot="5400000" flipH="1" flipV="1">
            <a:off x="4441341" y="6376045"/>
            <a:ext cx="565022" cy="2252946"/>
          </a:xfrm>
          <a:prstGeom prst="bentConnector3">
            <a:avLst>
              <a:gd name="adj1" fmla="val -12408"/>
            </a:avLst>
          </a:prstGeom>
          <a:ln w="15875">
            <a:solidFill>
              <a:schemeClr val="tx1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直接箭头连接符 212">
            <a:extLst>
              <a:ext uri="{FF2B5EF4-FFF2-40B4-BE49-F238E27FC236}">
                <a16:creationId xmlns:a16="http://schemas.microsoft.com/office/drawing/2014/main" id="{D49DEDC0-8B2B-5E6C-F828-E759E59E5C57}"/>
              </a:ext>
            </a:extLst>
          </p:cNvPr>
          <p:cNvCxnSpPr>
            <a:cxnSpLocks/>
          </p:cNvCxnSpPr>
          <p:nvPr/>
        </p:nvCxnSpPr>
        <p:spPr>
          <a:xfrm>
            <a:off x="4769074" y="5860257"/>
            <a:ext cx="252000" cy="0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直接箭头连接符 213">
            <a:extLst>
              <a:ext uri="{FF2B5EF4-FFF2-40B4-BE49-F238E27FC236}">
                <a16:creationId xmlns:a16="http://schemas.microsoft.com/office/drawing/2014/main" id="{5C56751F-FC81-6C41-BA4D-952890BFFAE8}"/>
              </a:ext>
            </a:extLst>
          </p:cNvPr>
          <p:cNvCxnSpPr>
            <a:cxnSpLocks/>
          </p:cNvCxnSpPr>
          <p:nvPr/>
        </p:nvCxnSpPr>
        <p:spPr>
          <a:xfrm>
            <a:off x="4771143" y="6745173"/>
            <a:ext cx="252000" cy="0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直接箭头连接符 214">
            <a:extLst>
              <a:ext uri="{FF2B5EF4-FFF2-40B4-BE49-F238E27FC236}">
                <a16:creationId xmlns:a16="http://schemas.microsoft.com/office/drawing/2014/main" id="{91224E41-4F2B-D4AB-5F51-14E21030CB2D}"/>
              </a:ext>
            </a:extLst>
          </p:cNvPr>
          <p:cNvCxnSpPr>
            <a:cxnSpLocks/>
          </p:cNvCxnSpPr>
          <p:nvPr/>
        </p:nvCxnSpPr>
        <p:spPr>
          <a:xfrm>
            <a:off x="4775752" y="7093102"/>
            <a:ext cx="252000" cy="0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直接箭头连接符 215">
            <a:extLst>
              <a:ext uri="{FF2B5EF4-FFF2-40B4-BE49-F238E27FC236}">
                <a16:creationId xmlns:a16="http://schemas.microsoft.com/office/drawing/2014/main" id="{41419479-4D68-109E-A868-15F73DFA1FC7}"/>
              </a:ext>
            </a:extLst>
          </p:cNvPr>
          <p:cNvCxnSpPr>
            <a:cxnSpLocks/>
          </p:cNvCxnSpPr>
          <p:nvPr/>
        </p:nvCxnSpPr>
        <p:spPr>
          <a:xfrm>
            <a:off x="4776223" y="7578531"/>
            <a:ext cx="252000" cy="0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直接箭头连接符 216">
            <a:extLst>
              <a:ext uri="{FF2B5EF4-FFF2-40B4-BE49-F238E27FC236}">
                <a16:creationId xmlns:a16="http://schemas.microsoft.com/office/drawing/2014/main" id="{EDE62EBB-2D76-9127-4D7A-FA254ACFD11B}"/>
              </a:ext>
            </a:extLst>
          </p:cNvPr>
          <p:cNvCxnSpPr>
            <a:cxnSpLocks/>
          </p:cNvCxnSpPr>
          <p:nvPr/>
        </p:nvCxnSpPr>
        <p:spPr>
          <a:xfrm rot="5400000">
            <a:off x="1568590" y="6008888"/>
            <a:ext cx="187959" cy="0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直接箭头连接符 217">
            <a:extLst>
              <a:ext uri="{FF2B5EF4-FFF2-40B4-BE49-F238E27FC236}">
                <a16:creationId xmlns:a16="http://schemas.microsoft.com/office/drawing/2014/main" id="{115E4A03-5CCA-3B6D-C894-A4D8080386B5}"/>
              </a:ext>
            </a:extLst>
          </p:cNvPr>
          <p:cNvCxnSpPr>
            <a:cxnSpLocks/>
          </p:cNvCxnSpPr>
          <p:nvPr/>
        </p:nvCxnSpPr>
        <p:spPr>
          <a:xfrm rot="16200000">
            <a:off x="1574376" y="6522603"/>
            <a:ext cx="187959" cy="0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0149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246</TotalTime>
  <Words>15</Words>
  <Application>Microsoft Office PowerPoint</Application>
  <PresentationFormat>A4 纸张(210x297 毫米)</PresentationFormat>
  <Paragraphs>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Aptos</vt:lpstr>
      <vt:lpstr>Aptos Display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Contributors</dc:creator>
  <cp:lastModifiedBy>Contributors</cp:lastModifiedBy>
  <cp:revision>3</cp:revision>
  <dcterms:created xsi:type="dcterms:W3CDTF">2026-03-22T08:41:18Z</dcterms:created>
  <dcterms:modified xsi:type="dcterms:W3CDTF">2026-03-26T04:39:19Z</dcterms:modified>
</cp:coreProperties>
</file>