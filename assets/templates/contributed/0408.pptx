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16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E6D4"/>
    <a:srgbClr val="F9DBDF"/>
    <a:srgbClr val="7CDFD6"/>
    <a:srgbClr val="D3F4F1"/>
    <a:srgbClr val="F1F1F1"/>
    <a:srgbClr val="DAE2F5"/>
    <a:srgbClr val="F5B482"/>
    <a:srgbClr val="F8CDAC"/>
    <a:srgbClr val="F5B7BE"/>
    <a:srgbClr val="DEE6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50" d="100"/>
          <a:sy n="50" d="100"/>
        </p:scale>
        <p:origin x="1330" y="202"/>
      </p:cViewPr>
      <p:guideLst>
        <p:guide orient="horz" pos="3016"/>
        <p:guide pos="2160"/>
      </p:guideLst>
    </p:cSldViewPr>
  </p:slideViewPr>
  <p:notesTextViewPr>
    <p:cViewPr>
      <p:scale>
        <a:sx n="300" d="100"/>
        <a:sy n="3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A7792-3500-4B82-9290-1114F84DEFCC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EE238-E43D-4BE0-8F89-3ABB417ADD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0445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A7792-3500-4B82-9290-1114F84DEFCC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EE238-E43D-4BE0-8F89-3ABB417ADD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7006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A7792-3500-4B82-9290-1114F84DEFCC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EE238-E43D-4BE0-8F89-3ABB417ADD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2929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A7792-3500-4B82-9290-1114F84DEFCC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EE238-E43D-4BE0-8F89-3ABB417ADD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7590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A7792-3500-4B82-9290-1114F84DEFCC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EE238-E43D-4BE0-8F89-3ABB417ADD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9276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A7792-3500-4B82-9290-1114F84DEFCC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EE238-E43D-4BE0-8F89-3ABB417ADD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9763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A7792-3500-4B82-9290-1114F84DEFCC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EE238-E43D-4BE0-8F89-3ABB417ADD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9604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A7792-3500-4B82-9290-1114F84DEFCC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EE238-E43D-4BE0-8F89-3ABB417ADD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8811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A7792-3500-4B82-9290-1114F84DEFCC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EE238-E43D-4BE0-8F89-3ABB417ADD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0934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A7792-3500-4B82-9290-1114F84DEFCC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EE238-E43D-4BE0-8F89-3ABB417ADD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3895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A7792-3500-4B82-9290-1114F84DEFCC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EE238-E43D-4BE0-8F89-3ABB417ADD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2086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EA7792-3500-4B82-9290-1114F84DEFCC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7EE238-E43D-4BE0-8F89-3ABB417ADD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4277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CD6968A-431E-25A8-F4E5-DB7EF4F8AE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5" y="0"/>
            <a:ext cx="6858000" cy="4182255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D6F07EC1-DF3A-1F09-EFFB-29C1A7F45A5E}"/>
              </a:ext>
            </a:extLst>
          </p:cNvPr>
          <p:cNvSpPr/>
          <p:nvPr/>
        </p:nvSpPr>
        <p:spPr>
          <a:xfrm>
            <a:off x="69275" y="4225630"/>
            <a:ext cx="5301997" cy="1450848"/>
          </a:xfrm>
          <a:prstGeom prst="roundRect">
            <a:avLst>
              <a:gd name="adj" fmla="val 7843"/>
            </a:avLst>
          </a:prstGeom>
          <a:noFill/>
          <a:ln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06364357-C9CE-6D17-535C-6AC716B2CAA3}"/>
              </a:ext>
            </a:extLst>
          </p:cNvPr>
          <p:cNvSpPr/>
          <p:nvPr/>
        </p:nvSpPr>
        <p:spPr>
          <a:xfrm>
            <a:off x="1646467" y="4523035"/>
            <a:ext cx="188976" cy="911352"/>
          </a:xfrm>
          <a:prstGeom prst="roundRect">
            <a:avLst>
              <a:gd name="adj" fmla="val 18932"/>
            </a:avLst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BA5D299D-AA8F-C50A-4286-E4330F994CC4}"/>
              </a:ext>
            </a:extLst>
          </p:cNvPr>
          <p:cNvSpPr/>
          <p:nvPr/>
        </p:nvSpPr>
        <p:spPr>
          <a:xfrm>
            <a:off x="1676185" y="5257591"/>
            <a:ext cx="129540" cy="122790"/>
          </a:xfrm>
          <a:prstGeom prst="ellipse">
            <a:avLst/>
          </a:prstGeom>
          <a:noFill/>
          <a:ln w="127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55B977F0-578B-E67E-03F7-5A3ECEF3D119}"/>
              </a:ext>
            </a:extLst>
          </p:cNvPr>
          <p:cNvSpPr/>
          <p:nvPr/>
        </p:nvSpPr>
        <p:spPr>
          <a:xfrm>
            <a:off x="1676185" y="5087453"/>
            <a:ext cx="129540" cy="129540"/>
          </a:xfrm>
          <a:prstGeom prst="ellipse">
            <a:avLst/>
          </a:prstGeom>
          <a:noFill/>
          <a:ln w="12700">
            <a:solidFill>
              <a:srgbClr val="6699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2A016CCF-3AEB-A315-C24F-A662713F0073}"/>
              </a:ext>
            </a:extLst>
          </p:cNvPr>
          <p:cNvSpPr/>
          <p:nvPr/>
        </p:nvSpPr>
        <p:spPr>
          <a:xfrm>
            <a:off x="1676185" y="4747179"/>
            <a:ext cx="129540" cy="129540"/>
          </a:xfrm>
          <a:prstGeom prst="ellipse">
            <a:avLst/>
          </a:prstGeom>
          <a:noFill/>
          <a:ln w="12700">
            <a:solidFill>
              <a:srgbClr val="28928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5C928B50-1A40-E8B3-03B9-3335A3D42956}"/>
              </a:ext>
            </a:extLst>
          </p:cNvPr>
          <p:cNvSpPr/>
          <p:nvPr/>
        </p:nvSpPr>
        <p:spPr>
          <a:xfrm>
            <a:off x="1676185" y="4577042"/>
            <a:ext cx="129540" cy="129540"/>
          </a:xfrm>
          <a:prstGeom prst="ellipse">
            <a:avLst/>
          </a:prstGeom>
          <a:noFill/>
          <a:ln w="12700">
            <a:solidFill>
              <a:srgbClr val="B391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160E39F7-167E-E4DC-26BE-0528FABCC12C}"/>
              </a:ext>
            </a:extLst>
          </p:cNvPr>
          <p:cNvSpPr/>
          <p:nvPr/>
        </p:nvSpPr>
        <p:spPr>
          <a:xfrm>
            <a:off x="1676185" y="4917316"/>
            <a:ext cx="129540" cy="129540"/>
          </a:xfrm>
          <a:prstGeom prst="ellipse">
            <a:avLst/>
          </a:prstGeom>
          <a:noFill/>
          <a:ln w="12700">
            <a:solidFill>
              <a:srgbClr val="FF6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31150154-33AC-696D-39A0-3BB1F5037C75}"/>
              </a:ext>
            </a:extLst>
          </p:cNvPr>
          <p:cNvSpPr/>
          <p:nvPr/>
        </p:nvSpPr>
        <p:spPr>
          <a:xfrm>
            <a:off x="1940980" y="4457279"/>
            <a:ext cx="652780" cy="1104743"/>
          </a:xfrm>
          <a:prstGeom prst="roundRect">
            <a:avLst>
              <a:gd name="adj" fmla="val 7843"/>
            </a:avLst>
          </a:prstGeom>
          <a:solidFill>
            <a:srgbClr val="FFF1C9"/>
          </a:solidFill>
          <a:ln>
            <a:solidFill>
              <a:srgbClr val="D29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9CB08E89-7A52-F966-26BA-EA97AC506DDE}"/>
              </a:ext>
            </a:extLst>
          </p:cNvPr>
          <p:cNvSpPr/>
          <p:nvPr/>
        </p:nvSpPr>
        <p:spPr>
          <a:xfrm>
            <a:off x="2699296" y="4250934"/>
            <a:ext cx="476123" cy="1400242"/>
          </a:xfrm>
          <a:prstGeom prst="roundRect">
            <a:avLst>
              <a:gd name="adj" fmla="val 10130"/>
            </a:avLst>
          </a:prstGeom>
          <a:noFill/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8D406ED7-C0D7-C2D7-7C13-81BAAEBC52D6}"/>
              </a:ext>
            </a:extLst>
          </p:cNvPr>
          <p:cNvSpPr/>
          <p:nvPr/>
        </p:nvSpPr>
        <p:spPr>
          <a:xfrm>
            <a:off x="2746857" y="4273048"/>
            <a:ext cx="381000" cy="123274"/>
          </a:xfrm>
          <a:prstGeom prst="roundRect">
            <a:avLst>
              <a:gd name="adj" fmla="val 7843"/>
            </a:avLst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ED275490-36A8-B3CA-7BF5-77DBF5804C89}"/>
              </a:ext>
            </a:extLst>
          </p:cNvPr>
          <p:cNvSpPr/>
          <p:nvPr/>
        </p:nvSpPr>
        <p:spPr>
          <a:xfrm>
            <a:off x="2746857" y="4396322"/>
            <a:ext cx="381000" cy="123274"/>
          </a:xfrm>
          <a:prstGeom prst="roundRect">
            <a:avLst>
              <a:gd name="adj" fmla="val 7843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FACBF457-A479-6C6E-EFDB-04D8DBCFC563}"/>
              </a:ext>
            </a:extLst>
          </p:cNvPr>
          <p:cNvSpPr/>
          <p:nvPr/>
        </p:nvSpPr>
        <p:spPr>
          <a:xfrm>
            <a:off x="2746857" y="4519596"/>
            <a:ext cx="381000" cy="123274"/>
          </a:xfrm>
          <a:prstGeom prst="roundRect">
            <a:avLst>
              <a:gd name="adj" fmla="val 7843"/>
            </a:avLst>
          </a:prstGeom>
          <a:noFill/>
          <a:ln w="12700">
            <a:solidFill>
              <a:srgbClr val="B391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6C40BCF2-A789-09A6-59BE-1F0293D8B2F8}"/>
              </a:ext>
            </a:extLst>
          </p:cNvPr>
          <p:cNvSpPr/>
          <p:nvPr/>
        </p:nvSpPr>
        <p:spPr>
          <a:xfrm>
            <a:off x="2746857" y="4642870"/>
            <a:ext cx="381000" cy="123274"/>
          </a:xfrm>
          <a:prstGeom prst="roundRect">
            <a:avLst>
              <a:gd name="adj" fmla="val 7843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C9984891-CE79-74CB-2576-00998B22D5DE}"/>
              </a:ext>
            </a:extLst>
          </p:cNvPr>
          <p:cNvSpPr/>
          <p:nvPr/>
        </p:nvSpPr>
        <p:spPr>
          <a:xfrm>
            <a:off x="2746857" y="4766144"/>
            <a:ext cx="381000" cy="123274"/>
          </a:xfrm>
          <a:prstGeom prst="roundRect">
            <a:avLst>
              <a:gd name="adj" fmla="val 7843"/>
            </a:avLst>
          </a:prstGeom>
          <a:noFill/>
          <a:ln w="12700">
            <a:solidFill>
              <a:srgbClr val="208E8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7E72BA31-8917-CC49-B284-C8E53B1B2E64}"/>
              </a:ext>
            </a:extLst>
          </p:cNvPr>
          <p:cNvSpPr/>
          <p:nvPr/>
        </p:nvSpPr>
        <p:spPr>
          <a:xfrm>
            <a:off x="2746857" y="4889418"/>
            <a:ext cx="381000" cy="123274"/>
          </a:xfrm>
          <a:prstGeom prst="roundRect">
            <a:avLst>
              <a:gd name="adj" fmla="val 7843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95D81F80-10B9-9321-293A-3AB0B176D719}"/>
              </a:ext>
            </a:extLst>
          </p:cNvPr>
          <p:cNvSpPr/>
          <p:nvPr/>
        </p:nvSpPr>
        <p:spPr>
          <a:xfrm>
            <a:off x="2746857" y="5012692"/>
            <a:ext cx="381000" cy="123274"/>
          </a:xfrm>
          <a:prstGeom prst="roundRect">
            <a:avLst>
              <a:gd name="adj" fmla="val 7843"/>
            </a:avLst>
          </a:prstGeom>
          <a:noFill/>
          <a:ln w="12700">
            <a:solidFill>
              <a:srgbClr val="905A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60981963-5388-7C43-2DA0-DC5AE89875FC}"/>
              </a:ext>
            </a:extLst>
          </p:cNvPr>
          <p:cNvSpPr/>
          <p:nvPr/>
        </p:nvSpPr>
        <p:spPr>
          <a:xfrm>
            <a:off x="2746857" y="5135966"/>
            <a:ext cx="381000" cy="123274"/>
          </a:xfrm>
          <a:prstGeom prst="roundRect">
            <a:avLst>
              <a:gd name="adj" fmla="val 7843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E6AE6CC0-CBB2-46B9-500D-6EF91F5DD10E}"/>
              </a:ext>
            </a:extLst>
          </p:cNvPr>
          <p:cNvSpPr/>
          <p:nvPr/>
        </p:nvSpPr>
        <p:spPr>
          <a:xfrm>
            <a:off x="2746857" y="5259240"/>
            <a:ext cx="381000" cy="123274"/>
          </a:xfrm>
          <a:prstGeom prst="roundRect">
            <a:avLst>
              <a:gd name="adj" fmla="val 7843"/>
            </a:avLst>
          </a:prstGeom>
          <a:noFill/>
          <a:ln w="12700">
            <a:solidFill>
              <a:srgbClr val="568E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9C68397E-FCFF-331B-0085-CB62B426BD05}"/>
              </a:ext>
            </a:extLst>
          </p:cNvPr>
          <p:cNvSpPr/>
          <p:nvPr/>
        </p:nvSpPr>
        <p:spPr>
          <a:xfrm>
            <a:off x="2746857" y="5382514"/>
            <a:ext cx="381000" cy="123274"/>
          </a:xfrm>
          <a:prstGeom prst="roundRect">
            <a:avLst>
              <a:gd name="adj" fmla="val 7843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0CE2B0F4-6CEA-C04F-5A02-DA0AD12CEF55}"/>
              </a:ext>
            </a:extLst>
          </p:cNvPr>
          <p:cNvSpPr/>
          <p:nvPr/>
        </p:nvSpPr>
        <p:spPr>
          <a:xfrm>
            <a:off x="2746857" y="5505788"/>
            <a:ext cx="381000" cy="123274"/>
          </a:xfrm>
          <a:prstGeom prst="roundRect">
            <a:avLst>
              <a:gd name="adj" fmla="val 7843"/>
            </a:avLst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3C26D63E-B2E2-A93E-71F9-2F55D684FC4C}"/>
              </a:ext>
            </a:extLst>
          </p:cNvPr>
          <p:cNvSpPr/>
          <p:nvPr/>
        </p:nvSpPr>
        <p:spPr>
          <a:xfrm>
            <a:off x="3280955" y="4436959"/>
            <a:ext cx="467870" cy="1026257"/>
          </a:xfrm>
          <a:prstGeom prst="roundRect">
            <a:avLst>
              <a:gd name="adj" fmla="val 7843"/>
            </a:avLst>
          </a:prstGeom>
          <a:solidFill>
            <a:srgbClr val="E2F1D9"/>
          </a:solidFill>
          <a:ln>
            <a:solidFill>
              <a:srgbClr val="4984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F6087D3B-8A8C-7B1B-37DC-D1E29F65E47D}"/>
              </a:ext>
            </a:extLst>
          </p:cNvPr>
          <p:cNvSpPr/>
          <p:nvPr/>
        </p:nvSpPr>
        <p:spPr>
          <a:xfrm>
            <a:off x="4027141" y="4435102"/>
            <a:ext cx="467870" cy="1026257"/>
          </a:xfrm>
          <a:prstGeom prst="roundRect">
            <a:avLst>
              <a:gd name="adj" fmla="val 7843"/>
            </a:avLst>
          </a:prstGeom>
          <a:solidFill>
            <a:srgbClr val="E2F1D9"/>
          </a:solidFill>
          <a:ln>
            <a:solidFill>
              <a:srgbClr val="4984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B210BAFC-9F88-5841-C4CE-E7EB32CCAA32}"/>
              </a:ext>
            </a:extLst>
          </p:cNvPr>
          <p:cNvSpPr/>
          <p:nvPr/>
        </p:nvSpPr>
        <p:spPr>
          <a:xfrm>
            <a:off x="4680084" y="4441277"/>
            <a:ext cx="263176" cy="367890"/>
          </a:xfrm>
          <a:prstGeom prst="roundRect">
            <a:avLst>
              <a:gd name="adj" fmla="val 15806"/>
            </a:avLst>
          </a:prstGeom>
          <a:solidFill>
            <a:srgbClr val="D2B5E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E0A4112A-1EF4-048A-3CF5-F0EF986F3E87}"/>
              </a:ext>
            </a:extLst>
          </p:cNvPr>
          <p:cNvSpPr/>
          <p:nvPr/>
        </p:nvSpPr>
        <p:spPr>
          <a:xfrm>
            <a:off x="4680084" y="4939926"/>
            <a:ext cx="263176" cy="513129"/>
          </a:xfrm>
          <a:prstGeom prst="roundRect">
            <a:avLst>
              <a:gd name="adj" fmla="val 15806"/>
            </a:avLst>
          </a:prstGeom>
          <a:solidFill>
            <a:srgbClr val="ABE9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3DDBE9CE-7DF9-C1A5-F75E-D7B363EB4F02}"/>
              </a:ext>
            </a:extLst>
          </p:cNvPr>
          <p:cNvSpPr/>
          <p:nvPr/>
        </p:nvSpPr>
        <p:spPr>
          <a:xfrm>
            <a:off x="5446306" y="4273048"/>
            <a:ext cx="1267334" cy="1356013"/>
          </a:xfrm>
          <a:prstGeom prst="roundRect">
            <a:avLst>
              <a:gd name="adj" fmla="val 10042"/>
            </a:avLst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5C25FEC5-FD04-9559-1DF4-6BDAA741B9D4}"/>
              </a:ext>
            </a:extLst>
          </p:cNvPr>
          <p:cNvGrpSpPr/>
          <p:nvPr/>
        </p:nvGrpSpPr>
        <p:grpSpPr>
          <a:xfrm>
            <a:off x="5524254" y="4453790"/>
            <a:ext cx="144241" cy="144241"/>
            <a:chOff x="323088" y="552736"/>
            <a:chExt cx="890016" cy="890016"/>
          </a:xfrm>
        </p:grpSpPr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B55E3ABC-E527-F08A-8013-1BA500D197A2}"/>
                </a:ext>
              </a:extLst>
            </p:cNvPr>
            <p:cNvSpPr/>
            <p:nvPr/>
          </p:nvSpPr>
          <p:spPr>
            <a:xfrm>
              <a:off x="323088" y="552736"/>
              <a:ext cx="890016" cy="890016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任意多边形: 形状 35">
              <a:extLst>
                <a:ext uri="{FF2B5EF4-FFF2-40B4-BE49-F238E27FC236}">
                  <a16:creationId xmlns:a16="http://schemas.microsoft.com/office/drawing/2014/main" id="{1E954C66-3EF4-99E1-93E3-78D8733D8B23}"/>
                </a:ext>
              </a:extLst>
            </p:cNvPr>
            <p:cNvSpPr/>
            <p:nvPr/>
          </p:nvSpPr>
          <p:spPr>
            <a:xfrm>
              <a:off x="329184" y="562471"/>
              <a:ext cx="883920" cy="870752"/>
            </a:xfrm>
            <a:custGeom>
              <a:avLst/>
              <a:gdLst>
                <a:gd name="csX0" fmla="*/ 0 w 883920"/>
                <a:gd name="csY0" fmla="*/ 441190 h 899824"/>
                <a:gd name="csX1" fmla="*/ 280416 w 883920"/>
                <a:gd name="csY1" fmla="*/ 447286 h 899824"/>
                <a:gd name="csX2" fmla="*/ 359664 w 883920"/>
                <a:gd name="csY2" fmla="*/ 8374 h 899824"/>
                <a:gd name="csX3" fmla="*/ 481584 w 883920"/>
                <a:gd name="csY3" fmla="*/ 892294 h 899824"/>
                <a:gd name="csX4" fmla="*/ 621792 w 883920"/>
                <a:gd name="csY4" fmla="*/ 435094 h 899824"/>
                <a:gd name="csX5" fmla="*/ 883920 w 883920"/>
                <a:gd name="csY5" fmla="*/ 447286 h 899824"/>
                <a:gd name="csX0" fmla="*/ 0 w 883920"/>
                <a:gd name="csY0" fmla="*/ 431803 h 890143"/>
                <a:gd name="csX1" fmla="*/ 280416 w 883920"/>
                <a:gd name="csY1" fmla="*/ 437899 h 890143"/>
                <a:gd name="csX2" fmla="*/ 365379 w 883920"/>
                <a:gd name="csY2" fmla="*/ 8512 h 890143"/>
                <a:gd name="csX3" fmla="*/ 481584 w 883920"/>
                <a:gd name="csY3" fmla="*/ 882907 h 890143"/>
                <a:gd name="csX4" fmla="*/ 621792 w 883920"/>
                <a:gd name="csY4" fmla="*/ 425707 h 890143"/>
                <a:gd name="csX5" fmla="*/ 883920 w 883920"/>
                <a:gd name="csY5" fmla="*/ 437899 h 890143"/>
                <a:gd name="csX0" fmla="*/ 0 w 883920"/>
                <a:gd name="csY0" fmla="*/ 431177 h 870752"/>
                <a:gd name="csX1" fmla="*/ 280416 w 883920"/>
                <a:gd name="csY1" fmla="*/ 437273 h 870752"/>
                <a:gd name="csX2" fmla="*/ 365379 w 883920"/>
                <a:gd name="csY2" fmla="*/ 7886 h 870752"/>
                <a:gd name="csX3" fmla="*/ 483489 w 883920"/>
                <a:gd name="csY3" fmla="*/ 863231 h 870752"/>
                <a:gd name="csX4" fmla="*/ 621792 w 883920"/>
                <a:gd name="csY4" fmla="*/ 425081 h 870752"/>
                <a:gd name="csX5" fmla="*/ 883920 w 883920"/>
                <a:gd name="csY5" fmla="*/ 437273 h 8707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883920" h="870752">
                  <a:moveTo>
                    <a:pt x="0" y="431177"/>
                  </a:moveTo>
                  <a:cubicBezTo>
                    <a:pt x="110236" y="470293"/>
                    <a:pt x="219520" y="507821"/>
                    <a:pt x="280416" y="437273"/>
                  </a:cubicBezTo>
                  <a:cubicBezTo>
                    <a:pt x="341312" y="366725"/>
                    <a:pt x="331534" y="-63107"/>
                    <a:pt x="365379" y="7886"/>
                  </a:cubicBezTo>
                  <a:cubicBezTo>
                    <a:pt x="399224" y="78879"/>
                    <a:pt x="440754" y="793699"/>
                    <a:pt x="483489" y="863231"/>
                  </a:cubicBezTo>
                  <a:cubicBezTo>
                    <a:pt x="526224" y="932763"/>
                    <a:pt x="554736" y="499249"/>
                    <a:pt x="621792" y="425081"/>
                  </a:cubicBezTo>
                  <a:cubicBezTo>
                    <a:pt x="688848" y="350913"/>
                    <a:pt x="803656" y="410857"/>
                    <a:pt x="883920" y="437273"/>
                  </a:cubicBezTo>
                </a:path>
              </a:pathLst>
            </a:cu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E76FA2CC-4978-9F2D-66AE-45DD8FE298EF}"/>
              </a:ext>
            </a:extLst>
          </p:cNvPr>
          <p:cNvGrpSpPr/>
          <p:nvPr/>
        </p:nvGrpSpPr>
        <p:grpSpPr>
          <a:xfrm>
            <a:off x="5524254" y="4878934"/>
            <a:ext cx="144241" cy="144241"/>
            <a:chOff x="4497131" y="4349750"/>
            <a:chExt cx="144241" cy="144241"/>
          </a:xfrm>
        </p:grpSpPr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4CA05B46-D8FC-ABEA-C845-905B905A9025}"/>
                </a:ext>
              </a:extLst>
            </p:cNvPr>
            <p:cNvSpPr/>
            <p:nvPr/>
          </p:nvSpPr>
          <p:spPr>
            <a:xfrm>
              <a:off x="4497131" y="4349750"/>
              <a:ext cx="144241" cy="144241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900" dirty="0">
                <a:solidFill>
                  <a:schemeClr val="tx1"/>
                </a:solidFill>
              </a:endParaRPr>
            </a:p>
          </p:txBody>
        </p: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5AB31EA2-55B3-E17B-630A-D16003D0BB16}"/>
                </a:ext>
              </a:extLst>
            </p:cNvPr>
            <p:cNvCxnSpPr>
              <a:stCxn id="41" idx="2"/>
              <a:endCxn id="41" idx="6"/>
            </p:cNvCxnSpPr>
            <p:nvPr/>
          </p:nvCxnSpPr>
          <p:spPr>
            <a:xfrm>
              <a:off x="4497131" y="4421871"/>
              <a:ext cx="14424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2EFDA8D6-CF03-92D8-5C05-53ADB5698266}"/>
              </a:ext>
            </a:extLst>
          </p:cNvPr>
          <p:cNvGrpSpPr/>
          <p:nvPr/>
        </p:nvGrpSpPr>
        <p:grpSpPr>
          <a:xfrm>
            <a:off x="5524254" y="5091506"/>
            <a:ext cx="144241" cy="144241"/>
            <a:chOff x="4783150" y="4719084"/>
            <a:chExt cx="144241" cy="144241"/>
          </a:xfrm>
        </p:grpSpPr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3E74C078-DAAB-5E2F-7FD5-E47A6AC3016E}"/>
                </a:ext>
              </a:extLst>
            </p:cNvPr>
            <p:cNvSpPr/>
            <p:nvPr/>
          </p:nvSpPr>
          <p:spPr>
            <a:xfrm>
              <a:off x="4783150" y="4719084"/>
              <a:ext cx="144241" cy="144241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900" dirty="0">
                <a:solidFill>
                  <a:schemeClr val="tx1"/>
                </a:solidFill>
              </a:endParaRPr>
            </a:p>
          </p:txBody>
        </p: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FC913FF8-C9C6-23D8-66F3-2BB906A37C68}"/>
                </a:ext>
              </a:extLst>
            </p:cNvPr>
            <p:cNvCxnSpPr>
              <a:stCxn id="44" idx="2"/>
              <a:endCxn id="44" idx="6"/>
            </p:cNvCxnSpPr>
            <p:nvPr/>
          </p:nvCxnSpPr>
          <p:spPr>
            <a:xfrm>
              <a:off x="4783150" y="4791205"/>
              <a:ext cx="14424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74534405-3AFB-7BEE-6FE2-90CC238ED96D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783150" y="4791205"/>
              <a:ext cx="14424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5BAA428D-25FB-9516-A2EE-B2B071D6925E}"/>
              </a:ext>
            </a:extLst>
          </p:cNvPr>
          <p:cNvGrpSpPr/>
          <p:nvPr/>
        </p:nvGrpSpPr>
        <p:grpSpPr>
          <a:xfrm>
            <a:off x="5524254" y="5304077"/>
            <a:ext cx="144241" cy="144241"/>
            <a:chOff x="5594329" y="4783710"/>
            <a:chExt cx="144241" cy="144241"/>
          </a:xfrm>
        </p:grpSpPr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2823663C-FCED-4E35-51E3-5D1DC4885677}"/>
                </a:ext>
              </a:extLst>
            </p:cNvPr>
            <p:cNvSpPr/>
            <p:nvPr/>
          </p:nvSpPr>
          <p:spPr>
            <a:xfrm>
              <a:off x="5594329" y="4783710"/>
              <a:ext cx="144241" cy="144241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900" dirty="0">
                <a:solidFill>
                  <a:schemeClr val="tx1"/>
                </a:solidFill>
              </a:endParaRPr>
            </a:p>
          </p:txBody>
        </p:sp>
        <p:grpSp>
          <p:nvGrpSpPr>
            <p:cNvPr id="51" name="组合 50">
              <a:extLst>
                <a:ext uri="{FF2B5EF4-FFF2-40B4-BE49-F238E27FC236}">
                  <a16:creationId xmlns:a16="http://schemas.microsoft.com/office/drawing/2014/main" id="{8247AB86-2159-FAAB-1498-E699686A9F70}"/>
                </a:ext>
              </a:extLst>
            </p:cNvPr>
            <p:cNvGrpSpPr/>
            <p:nvPr/>
          </p:nvGrpSpPr>
          <p:grpSpPr>
            <a:xfrm rot="2700000">
              <a:off x="5594329" y="4783710"/>
              <a:ext cx="144241" cy="144241"/>
              <a:chOff x="5594329" y="4783710"/>
              <a:chExt cx="144241" cy="144241"/>
            </a:xfrm>
          </p:grpSpPr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5BDD0187-929D-45EE-B7CD-94D33A7E45FA}"/>
                  </a:ext>
                </a:extLst>
              </p:cNvPr>
              <p:cNvCxnSpPr>
                <a:stCxn id="47" idx="2"/>
                <a:endCxn id="47" idx="6"/>
              </p:cNvCxnSpPr>
              <p:nvPr/>
            </p:nvCxnSpPr>
            <p:spPr>
              <a:xfrm>
                <a:off x="5594329" y="4855831"/>
                <a:ext cx="14424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8BE52433-C4C9-D110-887D-397355B13E9C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594329" y="4855831"/>
                <a:ext cx="14424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A228C25B-DC85-E96D-B823-7022F8F46F51}"/>
              </a:ext>
            </a:extLst>
          </p:cNvPr>
          <p:cNvSpPr/>
          <p:nvPr/>
        </p:nvSpPr>
        <p:spPr>
          <a:xfrm>
            <a:off x="71087" y="5819865"/>
            <a:ext cx="782045" cy="2189831"/>
          </a:xfrm>
          <a:prstGeom prst="roundRect">
            <a:avLst>
              <a:gd name="adj" fmla="val 8493"/>
            </a:avLst>
          </a:prstGeom>
          <a:solidFill>
            <a:srgbClr val="FFF1C9"/>
          </a:solidFill>
          <a:ln>
            <a:solidFill>
              <a:srgbClr val="CAAB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F760A77F-9277-91CA-F231-DB179A12254F}"/>
              </a:ext>
            </a:extLst>
          </p:cNvPr>
          <p:cNvSpPr/>
          <p:nvPr/>
        </p:nvSpPr>
        <p:spPr>
          <a:xfrm>
            <a:off x="365580" y="6599831"/>
            <a:ext cx="193058" cy="193058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BFA728C5-E1C4-1166-9858-7FDE86E42243}"/>
              </a:ext>
            </a:extLst>
          </p:cNvPr>
          <p:cNvSpPr/>
          <p:nvPr/>
        </p:nvSpPr>
        <p:spPr>
          <a:xfrm>
            <a:off x="253512" y="5970806"/>
            <a:ext cx="417195" cy="137768"/>
          </a:xfrm>
          <a:prstGeom prst="roundRect">
            <a:avLst>
              <a:gd name="adj" fmla="val 14024"/>
            </a:avLst>
          </a:prstGeom>
          <a:solidFill>
            <a:srgbClr val="F1F1F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3B1354AF-3E62-F15F-CEEE-ED4A37E379B8}"/>
              </a:ext>
            </a:extLst>
          </p:cNvPr>
          <p:cNvSpPr/>
          <p:nvPr/>
        </p:nvSpPr>
        <p:spPr>
          <a:xfrm>
            <a:off x="253512" y="6108574"/>
            <a:ext cx="417195" cy="137768"/>
          </a:xfrm>
          <a:prstGeom prst="roundRect">
            <a:avLst>
              <a:gd name="adj" fmla="val 14024"/>
            </a:avLst>
          </a:prstGeom>
          <a:solidFill>
            <a:srgbClr val="DEE6FA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F9A3DABD-A18C-46B5-79EC-68F714F31EF0}"/>
              </a:ext>
            </a:extLst>
          </p:cNvPr>
          <p:cNvSpPr/>
          <p:nvPr/>
        </p:nvSpPr>
        <p:spPr>
          <a:xfrm>
            <a:off x="253512" y="6981911"/>
            <a:ext cx="417195" cy="137768"/>
          </a:xfrm>
          <a:prstGeom prst="roundRect">
            <a:avLst>
              <a:gd name="adj" fmla="val 14024"/>
            </a:avLst>
          </a:prstGeom>
          <a:solidFill>
            <a:srgbClr val="F9DBDF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C7437FD3-A39E-17C3-689C-8464411DCD88}"/>
              </a:ext>
            </a:extLst>
          </p:cNvPr>
          <p:cNvSpPr/>
          <p:nvPr/>
        </p:nvSpPr>
        <p:spPr>
          <a:xfrm>
            <a:off x="253512" y="7119679"/>
            <a:ext cx="417195" cy="137768"/>
          </a:xfrm>
          <a:prstGeom prst="roundRect">
            <a:avLst>
              <a:gd name="adj" fmla="val 14024"/>
            </a:avLst>
          </a:prstGeom>
          <a:solidFill>
            <a:srgbClr val="F1F1F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: 圆角 60">
            <a:extLst>
              <a:ext uri="{FF2B5EF4-FFF2-40B4-BE49-F238E27FC236}">
                <a16:creationId xmlns:a16="http://schemas.microsoft.com/office/drawing/2014/main" id="{883BAACD-10D0-E8AB-7D24-D47E81BE1944}"/>
              </a:ext>
            </a:extLst>
          </p:cNvPr>
          <p:cNvSpPr/>
          <p:nvPr/>
        </p:nvSpPr>
        <p:spPr>
          <a:xfrm>
            <a:off x="253512" y="7257447"/>
            <a:ext cx="417195" cy="137768"/>
          </a:xfrm>
          <a:prstGeom prst="roundRect">
            <a:avLst>
              <a:gd name="adj" fmla="val 14024"/>
            </a:avLst>
          </a:prstGeom>
          <a:solidFill>
            <a:srgbClr val="DAE2F5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矩形: 圆角 61">
            <a:extLst>
              <a:ext uri="{FF2B5EF4-FFF2-40B4-BE49-F238E27FC236}">
                <a16:creationId xmlns:a16="http://schemas.microsoft.com/office/drawing/2014/main" id="{FBD3548B-286F-46F3-45C0-AFE9319D4497}"/>
              </a:ext>
            </a:extLst>
          </p:cNvPr>
          <p:cNvSpPr/>
          <p:nvPr/>
        </p:nvSpPr>
        <p:spPr>
          <a:xfrm>
            <a:off x="253512" y="7583218"/>
            <a:ext cx="417195" cy="137768"/>
          </a:xfrm>
          <a:prstGeom prst="roundRect">
            <a:avLst>
              <a:gd name="adj" fmla="val 14024"/>
            </a:avLst>
          </a:prstGeom>
          <a:solidFill>
            <a:srgbClr val="F1F1F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754F1B0F-1F38-7360-7858-B117473746FE}"/>
              </a:ext>
            </a:extLst>
          </p:cNvPr>
          <p:cNvSpPr/>
          <p:nvPr/>
        </p:nvSpPr>
        <p:spPr>
          <a:xfrm>
            <a:off x="253512" y="7720986"/>
            <a:ext cx="417195" cy="137768"/>
          </a:xfrm>
          <a:prstGeom prst="roundRect">
            <a:avLst>
              <a:gd name="adj" fmla="val 14024"/>
            </a:avLst>
          </a:prstGeom>
          <a:solidFill>
            <a:srgbClr val="DAE2F5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9BEFA9BC-5049-EBDD-3B60-65165A41AD3F}"/>
              </a:ext>
            </a:extLst>
          </p:cNvPr>
          <p:cNvGrpSpPr/>
          <p:nvPr/>
        </p:nvGrpSpPr>
        <p:grpSpPr>
          <a:xfrm>
            <a:off x="375089" y="6261323"/>
            <a:ext cx="174041" cy="174041"/>
            <a:chOff x="323088" y="552736"/>
            <a:chExt cx="890016" cy="890016"/>
          </a:xfrm>
        </p:grpSpPr>
        <p:sp>
          <p:nvSpPr>
            <p:cNvPr id="69" name="椭圆 68">
              <a:extLst>
                <a:ext uri="{FF2B5EF4-FFF2-40B4-BE49-F238E27FC236}">
                  <a16:creationId xmlns:a16="http://schemas.microsoft.com/office/drawing/2014/main" id="{94CB096B-00A6-3AAA-48C7-9D359E1DC6CC}"/>
                </a:ext>
              </a:extLst>
            </p:cNvPr>
            <p:cNvSpPr/>
            <p:nvPr/>
          </p:nvSpPr>
          <p:spPr>
            <a:xfrm>
              <a:off x="323088" y="552736"/>
              <a:ext cx="890016" cy="890016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任意多边形: 形状 69">
              <a:extLst>
                <a:ext uri="{FF2B5EF4-FFF2-40B4-BE49-F238E27FC236}">
                  <a16:creationId xmlns:a16="http://schemas.microsoft.com/office/drawing/2014/main" id="{74A1261C-7DBF-1000-AD2F-325BAACE0080}"/>
                </a:ext>
              </a:extLst>
            </p:cNvPr>
            <p:cNvSpPr/>
            <p:nvPr/>
          </p:nvSpPr>
          <p:spPr>
            <a:xfrm>
              <a:off x="329184" y="562471"/>
              <a:ext cx="883920" cy="870752"/>
            </a:xfrm>
            <a:custGeom>
              <a:avLst/>
              <a:gdLst>
                <a:gd name="csX0" fmla="*/ 0 w 883920"/>
                <a:gd name="csY0" fmla="*/ 441190 h 899824"/>
                <a:gd name="csX1" fmla="*/ 280416 w 883920"/>
                <a:gd name="csY1" fmla="*/ 447286 h 899824"/>
                <a:gd name="csX2" fmla="*/ 359664 w 883920"/>
                <a:gd name="csY2" fmla="*/ 8374 h 899824"/>
                <a:gd name="csX3" fmla="*/ 481584 w 883920"/>
                <a:gd name="csY3" fmla="*/ 892294 h 899824"/>
                <a:gd name="csX4" fmla="*/ 621792 w 883920"/>
                <a:gd name="csY4" fmla="*/ 435094 h 899824"/>
                <a:gd name="csX5" fmla="*/ 883920 w 883920"/>
                <a:gd name="csY5" fmla="*/ 447286 h 899824"/>
                <a:gd name="csX0" fmla="*/ 0 w 883920"/>
                <a:gd name="csY0" fmla="*/ 431803 h 890143"/>
                <a:gd name="csX1" fmla="*/ 280416 w 883920"/>
                <a:gd name="csY1" fmla="*/ 437899 h 890143"/>
                <a:gd name="csX2" fmla="*/ 365379 w 883920"/>
                <a:gd name="csY2" fmla="*/ 8512 h 890143"/>
                <a:gd name="csX3" fmla="*/ 481584 w 883920"/>
                <a:gd name="csY3" fmla="*/ 882907 h 890143"/>
                <a:gd name="csX4" fmla="*/ 621792 w 883920"/>
                <a:gd name="csY4" fmla="*/ 425707 h 890143"/>
                <a:gd name="csX5" fmla="*/ 883920 w 883920"/>
                <a:gd name="csY5" fmla="*/ 437899 h 890143"/>
                <a:gd name="csX0" fmla="*/ 0 w 883920"/>
                <a:gd name="csY0" fmla="*/ 431177 h 870752"/>
                <a:gd name="csX1" fmla="*/ 280416 w 883920"/>
                <a:gd name="csY1" fmla="*/ 437273 h 870752"/>
                <a:gd name="csX2" fmla="*/ 365379 w 883920"/>
                <a:gd name="csY2" fmla="*/ 7886 h 870752"/>
                <a:gd name="csX3" fmla="*/ 483489 w 883920"/>
                <a:gd name="csY3" fmla="*/ 863231 h 870752"/>
                <a:gd name="csX4" fmla="*/ 621792 w 883920"/>
                <a:gd name="csY4" fmla="*/ 425081 h 870752"/>
                <a:gd name="csX5" fmla="*/ 883920 w 883920"/>
                <a:gd name="csY5" fmla="*/ 437273 h 8707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883920" h="870752">
                  <a:moveTo>
                    <a:pt x="0" y="431177"/>
                  </a:moveTo>
                  <a:cubicBezTo>
                    <a:pt x="110236" y="470293"/>
                    <a:pt x="219520" y="507821"/>
                    <a:pt x="280416" y="437273"/>
                  </a:cubicBezTo>
                  <a:cubicBezTo>
                    <a:pt x="341312" y="366725"/>
                    <a:pt x="331534" y="-63107"/>
                    <a:pt x="365379" y="7886"/>
                  </a:cubicBezTo>
                  <a:cubicBezTo>
                    <a:pt x="399224" y="78879"/>
                    <a:pt x="440754" y="793699"/>
                    <a:pt x="483489" y="863231"/>
                  </a:cubicBezTo>
                  <a:cubicBezTo>
                    <a:pt x="526224" y="932763"/>
                    <a:pt x="554736" y="499249"/>
                    <a:pt x="621792" y="425081"/>
                  </a:cubicBezTo>
                  <a:cubicBezTo>
                    <a:pt x="688848" y="350913"/>
                    <a:pt x="803656" y="410857"/>
                    <a:pt x="883920" y="437273"/>
                  </a:cubicBezTo>
                </a:path>
              </a:pathLst>
            </a:cu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6DCEA4BD-C908-9E9F-7F66-60F65454A54B}"/>
              </a:ext>
            </a:extLst>
          </p:cNvPr>
          <p:cNvGrpSpPr/>
          <p:nvPr/>
        </p:nvGrpSpPr>
        <p:grpSpPr>
          <a:xfrm>
            <a:off x="375089" y="7402196"/>
            <a:ext cx="174041" cy="174041"/>
            <a:chOff x="323088" y="552736"/>
            <a:chExt cx="890016" cy="890016"/>
          </a:xfrm>
        </p:grpSpPr>
        <p:sp>
          <p:nvSpPr>
            <p:cNvPr id="72" name="椭圆 71">
              <a:extLst>
                <a:ext uri="{FF2B5EF4-FFF2-40B4-BE49-F238E27FC236}">
                  <a16:creationId xmlns:a16="http://schemas.microsoft.com/office/drawing/2014/main" id="{EC76BE2B-6135-8F01-E6D2-4B4AA174058F}"/>
                </a:ext>
              </a:extLst>
            </p:cNvPr>
            <p:cNvSpPr/>
            <p:nvPr/>
          </p:nvSpPr>
          <p:spPr>
            <a:xfrm>
              <a:off x="323088" y="552736"/>
              <a:ext cx="890016" cy="890016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任意多边形: 形状 72">
              <a:extLst>
                <a:ext uri="{FF2B5EF4-FFF2-40B4-BE49-F238E27FC236}">
                  <a16:creationId xmlns:a16="http://schemas.microsoft.com/office/drawing/2014/main" id="{64D32DCA-DAF3-BC0F-94F0-675F7B744FB1}"/>
                </a:ext>
              </a:extLst>
            </p:cNvPr>
            <p:cNvSpPr/>
            <p:nvPr/>
          </p:nvSpPr>
          <p:spPr>
            <a:xfrm>
              <a:off x="329184" y="562471"/>
              <a:ext cx="883920" cy="870752"/>
            </a:xfrm>
            <a:custGeom>
              <a:avLst/>
              <a:gdLst>
                <a:gd name="csX0" fmla="*/ 0 w 883920"/>
                <a:gd name="csY0" fmla="*/ 441190 h 899824"/>
                <a:gd name="csX1" fmla="*/ 280416 w 883920"/>
                <a:gd name="csY1" fmla="*/ 447286 h 899824"/>
                <a:gd name="csX2" fmla="*/ 359664 w 883920"/>
                <a:gd name="csY2" fmla="*/ 8374 h 899824"/>
                <a:gd name="csX3" fmla="*/ 481584 w 883920"/>
                <a:gd name="csY3" fmla="*/ 892294 h 899824"/>
                <a:gd name="csX4" fmla="*/ 621792 w 883920"/>
                <a:gd name="csY4" fmla="*/ 435094 h 899824"/>
                <a:gd name="csX5" fmla="*/ 883920 w 883920"/>
                <a:gd name="csY5" fmla="*/ 447286 h 899824"/>
                <a:gd name="csX0" fmla="*/ 0 w 883920"/>
                <a:gd name="csY0" fmla="*/ 431803 h 890143"/>
                <a:gd name="csX1" fmla="*/ 280416 w 883920"/>
                <a:gd name="csY1" fmla="*/ 437899 h 890143"/>
                <a:gd name="csX2" fmla="*/ 365379 w 883920"/>
                <a:gd name="csY2" fmla="*/ 8512 h 890143"/>
                <a:gd name="csX3" fmla="*/ 481584 w 883920"/>
                <a:gd name="csY3" fmla="*/ 882907 h 890143"/>
                <a:gd name="csX4" fmla="*/ 621792 w 883920"/>
                <a:gd name="csY4" fmla="*/ 425707 h 890143"/>
                <a:gd name="csX5" fmla="*/ 883920 w 883920"/>
                <a:gd name="csY5" fmla="*/ 437899 h 890143"/>
                <a:gd name="csX0" fmla="*/ 0 w 883920"/>
                <a:gd name="csY0" fmla="*/ 431177 h 870752"/>
                <a:gd name="csX1" fmla="*/ 280416 w 883920"/>
                <a:gd name="csY1" fmla="*/ 437273 h 870752"/>
                <a:gd name="csX2" fmla="*/ 365379 w 883920"/>
                <a:gd name="csY2" fmla="*/ 7886 h 870752"/>
                <a:gd name="csX3" fmla="*/ 483489 w 883920"/>
                <a:gd name="csY3" fmla="*/ 863231 h 870752"/>
                <a:gd name="csX4" fmla="*/ 621792 w 883920"/>
                <a:gd name="csY4" fmla="*/ 425081 h 870752"/>
                <a:gd name="csX5" fmla="*/ 883920 w 883920"/>
                <a:gd name="csY5" fmla="*/ 437273 h 8707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883920" h="870752">
                  <a:moveTo>
                    <a:pt x="0" y="431177"/>
                  </a:moveTo>
                  <a:cubicBezTo>
                    <a:pt x="110236" y="470293"/>
                    <a:pt x="219520" y="507821"/>
                    <a:pt x="280416" y="437273"/>
                  </a:cubicBezTo>
                  <a:cubicBezTo>
                    <a:pt x="341312" y="366725"/>
                    <a:pt x="331534" y="-63107"/>
                    <a:pt x="365379" y="7886"/>
                  </a:cubicBezTo>
                  <a:cubicBezTo>
                    <a:pt x="399224" y="78879"/>
                    <a:pt x="440754" y="793699"/>
                    <a:pt x="483489" y="863231"/>
                  </a:cubicBezTo>
                  <a:cubicBezTo>
                    <a:pt x="526224" y="932763"/>
                    <a:pt x="554736" y="499249"/>
                    <a:pt x="621792" y="425081"/>
                  </a:cubicBezTo>
                  <a:cubicBezTo>
                    <a:pt x="688848" y="350913"/>
                    <a:pt x="803656" y="410857"/>
                    <a:pt x="883920" y="437273"/>
                  </a:cubicBezTo>
                </a:path>
              </a:pathLst>
            </a:cu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8" name="矩形: 圆角 87">
            <a:extLst>
              <a:ext uri="{FF2B5EF4-FFF2-40B4-BE49-F238E27FC236}">
                <a16:creationId xmlns:a16="http://schemas.microsoft.com/office/drawing/2014/main" id="{61B43171-8B60-257D-41D0-185B2A338E09}"/>
              </a:ext>
            </a:extLst>
          </p:cNvPr>
          <p:cNvSpPr/>
          <p:nvPr/>
        </p:nvSpPr>
        <p:spPr>
          <a:xfrm>
            <a:off x="1013880" y="5819865"/>
            <a:ext cx="886459" cy="2189831"/>
          </a:xfrm>
          <a:prstGeom prst="roundRect">
            <a:avLst>
              <a:gd name="adj" fmla="val 8493"/>
            </a:avLst>
          </a:prstGeom>
          <a:solidFill>
            <a:srgbClr val="E2F1D9"/>
          </a:solidFill>
          <a:ln>
            <a:solidFill>
              <a:srgbClr val="4984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8" name="等腰三角形 27">
            <a:extLst>
              <a:ext uri="{FF2B5EF4-FFF2-40B4-BE49-F238E27FC236}">
                <a16:creationId xmlns:a16="http://schemas.microsoft.com/office/drawing/2014/main" id="{67FFCCBA-87D2-6840-19B1-8960642A80CC}"/>
              </a:ext>
            </a:extLst>
          </p:cNvPr>
          <p:cNvSpPr/>
          <p:nvPr/>
        </p:nvSpPr>
        <p:spPr>
          <a:xfrm rot="16200000">
            <a:off x="1337690" y="5931334"/>
            <a:ext cx="916032" cy="555603"/>
          </a:xfrm>
          <a:prstGeom prst="triangle">
            <a:avLst>
              <a:gd name="adj" fmla="val 39351"/>
            </a:avLst>
          </a:prstGeom>
          <a:solidFill>
            <a:srgbClr val="F9DBD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: 圆角 63">
            <a:extLst>
              <a:ext uri="{FF2B5EF4-FFF2-40B4-BE49-F238E27FC236}">
                <a16:creationId xmlns:a16="http://schemas.microsoft.com/office/drawing/2014/main" id="{975E4270-C80D-9E2C-EF5C-C6971640231B}"/>
              </a:ext>
            </a:extLst>
          </p:cNvPr>
          <p:cNvSpPr/>
          <p:nvPr/>
        </p:nvSpPr>
        <p:spPr>
          <a:xfrm>
            <a:off x="1146625" y="6208044"/>
            <a:ext cx="446913" cy="163222"/>
          </a:xfrm>
          <a:prstGeom prst="roundRect">
            <a:avLst>
              <a:gd name="adj" fmla="val 14024"/>
            </a:avLst>
          </a:prstGeom>
          <a:solidFill>
            <a:srgbClr val="F5B7BE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等腰三角形 37">
            <a:extLst>
              <a:ext uri="{FF2B5EF4-FFF2-40B4-BE49-F238E27FC236}">
                <a16:creationId xmlns:a16="http://schemas.microsoft.com/office/drawing/2014/main" id="{8BE2127D-D996-62D7-B9F9-662D1D3EDE0E}"/>
              </a:ext>
            </a:extLst>
          </p:cNvPr>
          <p:cNvSpPr/>
          <p:nvPr/>
        </p:nvSpPr>
        <p:spPr>
          <a:xfrm rot="16200000">
            <a:off x="1224011" y="7160196"/>
            <a:ext cx="1153413" cy="545585"/>
          </a:xfrm>
          <a:prstGeom prst="triangle">
            <a:avLst>
              <a:gd name="adj" fmla="val 79518"/>
            </a:avLst>
          </a:prstGeom>
          <a:solidFill>
            <a:srgbClr val="FBE6D4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0F159B91-6448-4617-1145-F54E7E899BB7}"/>
              </a:ext>
            </a:extLst>
          </p:cNvPr>
          <p:cNvSpPr/>
          <p:nvPr/>
        </p:nvSpPr>
        <p:spPr>
          <a:xfrm>
            <a:off x="1146625" y="6484736"/>
            <a:ext cx="446913" cy="163222"/>
          </a:xfrm>
          <a:prstGeom prst="roundRect">
            <a:avLst>
              <a:gd name="adj" fmla="val 14024"/>
            </a:avLst>
          </a:prstGeom>
          <a:solidFill>
            <a:srgbClr val="F1F1F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矩形: 圆角 65">
            <a:extLst>
              <a:ext uri="{FF2B5EF4-FFF2-40B4-BE49-F238E27FC236}">
                <a16:creationId xmlns:a16="http://schemas.microsoft.com/office/drawing/2014/main" id="{28FFB217-7EEB-56C9-B1D1-E6BF4E08A18D}"/>
              </a:ext>
            </a:extLst>
          </p:cNvPr>
          <p:cNvSpPr/>
          <p:nvPr/>
        </p:nvSpPr>
        <p:spPr>
          <a:xfrm>
            <a:off x="1146625" y="7081381"/>
            <a:ext cx="446913" cy="163222"/>
          </a:xfrm>
          <a:prstGeom prst="roundRect">
            <a:avLst>
              <a:gd name="adj" fmla="val 14024"/>
            </a:avLst>
          </a:prstGeom>
          <a:solidFill>
            <a:srgbClr val="F8CDAC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矩形: 圆角 66">
            <a:extLst>
              <a:ext uri="{FF2B5EF4-FFF2-40B4-BE49-F238E27FC236}">
                <a16:creationId xmlns:a16="http://schemas.microsoft.com/office/drawing/2014/main" id="{D3617879-12D5-5F81-D0F2-2BCFBE466529}"/>
              </a:ext>
            </a:extLst>
          </p:cNvPr>
          <p:cNvSpPr/>
          <p:nvPr/>
        </p:nvSpPr>
        <p:spPr>
          <a:xfrm>
            <a:off x="1146625" y="7356917"/>
            <a:ext cx="446913" cy="163222"/>
          </a:xfrm>
          <a:prstGeom prst="roundRect">
            <a:avLst>
              <a:gd name="adj" fmla="val 14024"/>
            </a:avLst>
          </a:prstGeom>
          <a:solidFill>
            <a:srgbClr val="F1F1F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B02DC220-F085-7338-B3CF-5E2DA7373F22}"/>
              </a:ext>
            </a:extLst>
          </p:cNvPr>
          <p:cNvGrpSpPr/>
          <p:nvPr/>
        </p:nvGrpSpPr>
        <p:grpSpPr>
          <a:xfrm>
            <a:off x="1288470" y="5917383"/>
            <a:ext cx="163223" cy="163223"/>
            <a:chOff x="4783150" y="4719084"/>
            <a:chExt cx="144241" cy="144241"/>
          </a:xfrm>
        </p:grpSpPr>
        <p:sp>
          <p:nvSpPr>
            <p:cNvPr id="75" name="椭圆 74">
              <a:extLst>
                <a:ext uri="{FF2B5EF4-FFF2-40B4-BE49-F238E27FC236}">
                  <a16:creationId xmlns:a16="http://schemas.microsoft.com/office/drawing/2014/main" id="{282280B0-601E-5B36-B362-1320E5AFCA8D}"/>
                </a:ext>
              </a:extLst>
            </p:cNvPr>
            <p:cNvSpPr/>
            <p:nvPr/>
          </p:nvSpPr>
          <p:spPr>
            <a:xfrm>
              <a:off x="4783150" y="4719084"/>
              <a:ext cx="144241" cy="144241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900" dirty="0">
                <a:solidFill>
                  <a:schemeClr val="tx1"/>
                </a:solidFill>
              </a:endParaRPr>
            </a:p>
          </p:txBody>
        </p: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017528BC-2DB7-4C53-CA45-06838CBFC5F3}"/>
                </a:ext>
              </a:extLst>
            </p:cNvPr>
            <p:cNvCxnSpPr>
              <a:stCxn id="75" idx="2"/>
              <a:endCxn id="75" idx="6"/>
            </p:cNvCxnSpPr>
            <p:nvPr/>
          </p:nvCxnSpPr>
          <p:spPr>
            <a:xfrm>
              <a:off x="4783150" y="4791205"/>
              <a:ext cx="14424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1601C930-A74D-7325-05DA-AF5274F4CC2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783150" y="4791205"/>
              <a:ext cx="14424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CE9C5919-6840-EB64-A100-70B20DBA8D8D}"/>
              </a:ext>
            </a:extLst>
          </p:cNvPr>
          <p:cNvGrpSpPr/>
          <p:nvPr/>
        </p:nvGrpSpPr>
        <p:grpSpPr>
          <a:xfrm>
            <a:off x="1288470" y="6794153"/>
            <a:ext cx="163223" cy="163223"/>
            <a:chOff x="4783150" y="4719084"/>
            <a:chExt cx="144241" cy="144241"/>
          </a:xfrm>
        </p:grpSpPr>
        <p:sp>
          <p:nvSpPr>
            <p:cNvPr id="79" name="椭圆 78">
              <a:extLst>
                <a:ext uri="{FF2B5EF4-FFF2-40B4-BE49-F238E27FC236}">
                  <a16:creationId xmlns:a16="http://schemas.microsoft.com/office/drawing/2014/main" id="{27538E39-7D6D-A545-7D42-B6D15AA0E031}"/>
                </a:ext>
              </a:extLst>
            </p:cNvPr>
            <p:cNvSpPr/>
            <p:nvPr/>
          </p:nvSpPr>
          <p:spPr>
            <a:xfrm>
              <a:off x="4783150" y="4719084"/>
              <a:ext cx="144241" cy="144241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900" dirty="0">
                <a:solidFill>
                  <a:schemeClr val="tx1"/>
                </a:solidFill>
              </a:endParaRPr>
            </a:p>
          </p:txBody>
        </p: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7D68425C-F1F8-F2A4-7AFD-E0CCF69100EE}"/>
                </a:ext>
              </a:extLst>
            </p:cNvPr>
            <p:cNvCxnSpPr>
              <a:stCxn id="79" idx="2"/>
              <a:endCxn id="79" idx="6"/>
            </p:cNvCxnSpPr>
            <p:nvPr/>
          </p:nvCxnSpPr>
          <p:spPr>
            <a:xfrm>
              <a:off x="4783150" y="4791205"/>
              <a:ext cx="14424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39531943-B090-73B8-B92F-B41DD6EB490D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783150" y="4791205"/>
              <a:ext cx="14424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5ABD18DC-290F-9CC0-F852-6F0703296951}"/>
              </a:ext>
            </a:extLst>
          </p:cNvPr>
          <p:cNvGrpSpPr/>
          <p:nvPr/>
        </p:nvGrpSpPr>
        <p:grpSpPr>
          <a:xfrm>
            <a:off x="1288470" y="7681873"/>
            <a:ext cx="163223" cy="163223"/>
            <a:chOff x="4783150" y="4719084"/>
            <a:chExt cx="144241" cy="144241"/>
          </a:xfrm>
        </p:grpSpPr>
        <p:sp>
          <p:nvSpPr>
            <p:cNvPr id="83" name="椭圆 82">
              <a:extLst>
                <a:ext uri="{FF2B5EF4-FFF2-40B4-BE49-F238E27FC236}">
                  <a16:creationId xmlns:a16="http://schemas.microsoft.com/office/drawing/2014/main" id="{6A4AC5A2-884F-6A94-1B3B-55A680A819DB}"/>
                </a:ext>
              </a:extLst>
            </p:cNvPr>
            <p:cNvSpPr/>
            <p:nvPr/>
          </p:nvSpPr>
          <p:spPr>
            <a:xfrm>
              <a:off x="4783150" y="4719084"/>
              <a:ext cx="144241" cy="144241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900" dirty="0">
                <a:solidFill>
                  <a:schemeClr val="tx1"/>
                </a:solidFill>
              </a:endParaRPr>
            </a:p>
          </p:txBody>
        </p: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416FFAC7-06ED-D764-A025-861F6F109B7B}"/>
                </a:ext>
              </a:extLst>
            </p:cNvPr>
            <p:cNvCxnSpPr>
              <a:stCxn id="83" idx="2"/>
              <a:endCxn id="83" idx="6"/>
            </p:cNvCxnSpPr>
            <p:nvPr/>
          </p:nvCxnSpPr>
          <p:spPr>
            <a:xfrm>
              <a:off x="4783150" y="4791205"/>
              <a:ext cx="14424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02C81705-6144-E9B2-C64B-92D342C990E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783150" y="4791205"/>
              <a:ext cx="14424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6" name="矩形: 圆角 85">
            <a:extLst>
              <a:ext uri="{FF2B5EF4-FFF2-40B4-BE49-F238E27FC236}">
                <a16:creationId xmlns:a16="http://schemas.microsoft.com/office/drawing/2014/main" id="{64DE2506-8A53-282D-88A4-5BD7B4CBB39F}"/>
              </a:ext>
            </a:extLst>
          </p:cNvPr>
          <p:cNvSpPr/>
          <p:nvPr/>
        </p:nvSpPr>
        <p:spPr>
          <a:xfrm>
            <a:off x="1570679" y="7692496"/>
            <a:ext cx="242634" cy="127959"/>
          </a:xfrm>
          <a:prstGeom prst="roundRect">
            <a:avLst>
              <a:gd name="adj" fmla="val 14024"/>
            </a:avLst>
          </a:prstGeom>
          <a:solidFill>
            <a:srgbClr val="7CDFD6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矩形: 圆角 90">
            <a:extLst>
              <a:ext uri="{FF2B5EF4-FFF2-40B4-BE49-F238E27FC236}">
                <a16:creationId xmlns:a16="http://schemas.microsoft.com/office/drawing/2014/main" id="{6949EF4C-D564-5C63-BD1A-660ED8CCA145}"/>
              </a:ext>
            </a:extLst>
          </p:cNvPr>
          <p:cNvSpPr/>
          <p:nvPr/>
        </p:nvSpPr>
        <p:spPr>
          <a:xfrm>
            <a:off x="2047227" y="5740901"/>
            <a:ext cx="3148873" cy="955459"/>
          </a:xfrm>
          <a:prstGeom prst="roundRect">
            <a:avLst>
              <a:gd name="adj" fmla="val 3973"/>
            </a:avLst>
          </a:prstGeom>
          <a:solidFill>
            <a:srgbClr val="F9DBD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92" name="组合 91">
            <a:extLst>
              <a:ext uri="{FF2B5EF4-FFF2-40B4-BE49-F238E27FC236}">
                <a16:creationId xmlns:a16="http://schemas.microsoft.com/office/drawing/2014/main" id="{322E8CEE-39CB-6410-85F4-9FDF885BA698}"/>
              </a:ext>
            </a:extLst>
          </p:cNvPr>
          <p:cNvGrpSpPr/>
          <p:nvPr/>
        </p:nvGrpSpPr>
        <p:grpSpPr>
          <a:xfrm>
            <a:off x="2180350" y="6177459"/>
            <a:ext cx="159518" cy="159518"/>
            <a:chOff x="323088" y="552736"/>
            <a:chExt cx="890016" cy="890016"/>
          </a:xfrm>
        </p:grpSpPr>
        <p:sp>
          <p:nvSpPr>
            <p:cNvPr id="93" name="椭圆 92">
              <a:extLst>
                <a:ext uri="{FF2B5EF4-FFF2-40B4-BE49-F238E27FC236}">
                  <a16:creationId xmlns:a16="http://schemas.microsoft.com/office/drawing/2014/main" id="{BF387989-E1B3-8732-604A-A7F6F0043FAC}"/>
                </a:ext>
              </a:extLst>
            </p:cNvPr>
            <p:cNvSpPr/>
            <p:nvPr/>
          </p:nvSpPr>
          <p:spPr>
            <a:xfrm>
              <a:off x="323088" y="552736"/>
              <a:ext cx="890016" cy="890016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4" name="任意多边形: 形状 93">
              <a:extLst>
                <a:ext uri="{FF2B5EF4-FFF2-40B4-BE49-F238E27FC236}">
                  <a16:creationId xmlns:a16="http://schemas.microsoft.com/office/drawing/2014/main" id="{5299543E-B572-F9BD-CE52-3F0B69CB3CFD}"/>
                </a:ext>
              </a:extLst>
            </p:cNvPr>
            <p:cNvSpPr/>
            <p:nvPr/>
          </p:nvSpPr>
          <p:spPr>
            <a:xfrm>
              <a:off x="329184" y="562471"/>
              <a:ext cx="883920" cy="870752"/>
            </a:xfrm>
            <a:custGeom>
              <a:avLst/>
              <a:gdLst>
                <a:gd name="csX0" fmla="*/ 0 w 883920"/>
                <a:gd name="csY0" fmla="*/ 441190 h 899824"/>
                <a:gd name="csX1" fmla="*/ 280416 w 883920"/>
                <a:gd name="csY1" fmla="*/ 447286 h 899824"/>
                <a:gd name="csX2" fmla="*/ 359664 w 883920"/>
                <a:gd name="csY2" fmla="*/ 8374 h 899824"/>
                <a:gd name="csX3" fmla="*/ 481584 w 883920"/>
                <a:gd name="csY3" fmla="*/ 892294 h 899824"/>
                <a:gd name="csX4" fmla="*/ 621792 w 883920"/>
                <a:gd name="csY4" fmla="*/ 435094 h 899824"/>
                <a:gd name="csX5" fmla="*/ 883920 w 883920"/>
                <a:gd name="csY5" fmla="*/ 447286 h 899824"/>
                <a:gd name="csX0" fmla="*/ 0 w 883920"/>
                <a:gd name="csY0" fmla="*/ 431803 h 890143"/>
                <a:gd name="csX1" fmla="*/ 280416 w 883920"/>
                <a:gd name="csY1" fmla="*/ 437899 h 890143"/>
                <a:gd name="csX2" fmla="*/ 365379 w 883920"/>
                <a:gd name="csY2" fmla="*/ 8512 h 890143"/>
                <a:gd name="csX3" fmla="*/ 481584 w 883920"/>
                <a:gd name="csY3" fmla="*/ 882907 h 890143"/>
                <a:gd name="csX4" fmla="*/ 621792 w 883920"/>
                <a:gd name="csY4" fmla="*/ 425707 h 890143"/>
                <a:gd name="csX5" fmla="*/ 883920 w 883920"/>
                <a:gd name="csY5" fmla="*/ 437899 h 890143"/>
                <a:gd name="csX0" fmla="*/ 0 w 883920"/>
                <a:gd name="csY0" fmla="*/ 431177 h 870752"/>
                <a:gd name="csX1" fmla="*/ 280416 w 883920"/>
                <a:gd name="csY1" fmla="*/ 437273 h 870752"/>
                <a:gd name="csX2" fmla="*/ 365379 w 883920"/>
                <a:gd name="csY2" fmla="*/ 7886 h 870752"/>
                <a:gd name="csX3" fmla="*/ 483489 w 883920"/>
                <a:gd name="csY3" fmla="*/ 863231 h 870752"/>
                <a:gd name="csX4" fmla="*/ 621792 w 883920"/>
                <a:gd name="csY4" fmla="*/ 425081 h 870752"/>
                <a:gd name="csX5" fmla="*/ 883920 w 883920"/>
                <a:gd name="csY5" fmla="*/ 437273 h 8707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883920" h="870752">
                  <a:moveTo>
                    <a:pt x="0" y="431177"/>
                  </a:moveTo>
                  <a:cubicBezTo>
                    <a:pt x="110236" y="470293"/>
                    <a:pt x="219520" y="507821"/>
                    <a:pt x="280416" y="437273"/>
                  </a:cubicBezTo>
                  <a:cubicBezTo>
                    <a:pt x="341312" y="366725"/>
                    <a:pt x="331534" y="-63107"/>
                    <a:pt x="365379" y="7886"/>
                  </a:cubicBezTo>
                  <a:cubicBezTo>
                    <a:pt x="399224" y="78879"/>
                    <a:pt x="440754" y="793699"/>
                    <a:pt x="483489" y="863231"/>
                  </a:cubicBezTo>
                  <a:cubicBezTo>
                    <a:pt x="526224" y="932763"/>
                    <a:pt x="554736" y="499249"/>
                    <a:pt x="621792" y="425081"/>
                  </a:cubicBezTo>
                  <a:cubicBezTo>
                    <a:pt x="688848" y="350913"/>
                    <a:pt x="803656" y="410857"/>
                    <a:pt x="883920" y="437273"/>
                  </a:cubicBezTo>
                </a:path>
              </a:pathLst>
            </a:cu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5" name="矩形: 圆角 94">
            <a:extLst>
              <a:ext uri="{FF2B5EF4-FFF2-40B4-BE49-F238E27FC236}">
                <a16:creationId xmlns:a16="http://schemas.microsoft.com/office/drawing/2014/main" id="{B77AEE82-FFCB-0104-039E-C7817C8B7647}"/>
              </a:ext>
            </a:extLst>
          </p:cNvPr>
          <p:cNvSpPr/>
          <p:nvPr/>
        </p:nvSpPr>
        <p:spPr>
          <a:xfrm>
            <a:off x="2637250" y="5855095"/>
            <a:ext cx="144000" cy="352949"/>
          </a:xfrm>
          <a:prstGeom prst="roundRect">
            <a:avLst>
              <a:gd name="adj" fmla="val 15376"/>
            </a:avLst>
          </a:prstGeom>
          <a:solidFill>
            <a:srgbClr val="F1F1F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B4B8EE8D-80F4-B7F1-F080-9D3A01124446}"/>
              </a:ext>
            </a:extLst>
          </p:cNvPr>
          <p:cNvGrpSpPr/>
          <p:nvPr/>
        </p:nvGrpSpPr>
        <p:grpSpPr>
          <a:xfrm>
            <a:off x="2785803" y="5968014"/>
            <a:ext cx="159518" cy="159518"/>
            <a:chOff x="323088" y="552736"/>
            <a:chExt cx="890016" cy="890016"/>
          </a:xfrm>
        </p:grpSpPr>
        <p:sp>
          <p:nvSpPr>
            <p:cNvPr id="97" name="椭圆 96">
              <a:extLst>
                <a:ext uri="{FF2B5EF4-FFF2-40B4-BE49-F238E27FC236}">
                  <a16:creationId xmlns:a16="http://schemas.microsoft.com/office/drawing/2014/main" id="{1393A683-AD2D-0052-FD7E-74AA57548E1D}"/>
                </a:ext>
              </a:extLst>
            </p:cNvPr>
            <p:cNvSpPr/>
            <p:nvPr/>
          </p:nvSpPr>
          <p:spPr>
            <a:xfrm>
              <a:off x="323088" y="552736"/>
              <a:ext cx="890016" cy="890016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8" name="任意多边形: 形状 97">
              <a:extLst>
                <a:ext uri="{FF2B5EF4-FFF2-40B4-BE49-F238E27FC236}">
                  <a16:creationId xmlns:a16="http://schemas.microsoft.com/office/drawing/2014/main" id="{6994E737-3A8E-4AAE-B1E2-E34DF1D537DA}"/>
                </a:ext>
              </a:extLst>
            </p:cNvPr>
            <p:cNvSpPr/>
            <p:nvPr/>
          </p:nvSpPr>
          <p:spPr>
            <a:xfrm>
              <a:off x="329184" y="562471"/>
              <a:ext cx="883920" cy="870752"/>
            </a:xfrm>
            <a:custGeom>
              <a:avLst/>
              <a:gdLst>
                <a:gd name="csX0" fmla="*/ 0 w 883920"/>
                <a:gd name="csY0" fmla="*/ 441190 h 899824"/>
                <a:gd name="csX1" fmla="*/ 280416 w 883920"/>
                <a:gd name="csY1" fmla="*/ 447286 h 899824"/>
                <a:gd name="csX2" fmla="*/ 359664 w 883920"/>
                <a:gd name="csY2" fmla="*/ 8374 h 899824"/>
                <a:gd name="csX3" fmla="*/ 481584 w 883920"/>
                <a:gd name="csY3" fmla="*/ 892294 h 899824"/>
                <a:gd name="csX4" fmla="*/ 621792 w 883920"/>
                <a:gd name="csY4" fmla="*/ 435094 h 899824"/>
                <a:gd name="csX5" fmla="*/ 883920 w 883920"/>
                <a:gd name="csY5" fmla="*/ 447286 h 899824"/>
                <a:gd name="csX0" fmla="*/ 0 w 883920"/>
                <a:gd name="csY0" fmla="*/ 431803 h 890143"/>
                <a:gd name="csX1" fmla="*/ 280416 w 883920"/>
                <a:gd name="csY1" fmla="*/ 437899 h 890143"/>
                <a:gd name="csX2" fmla="*/ 365379 w 883920"/>
                <a:gd name="csY2" fmla="*/ 8512 h 890143"/>
                <a:gd name="csX3" fmla="*/ 481584 w 883920"/>
                <a:gd name="csY3" fmla="*/ 882907 h 890143"/>
                <a:gd name="csX4" fmla="*/ 621792 w 883920"/>
                <a:gd name="csY4" fmla="*/ 425707 h 890143"/>
                <a:gd name="csX5" fmla="*/ 883920 w 883920"/>
                <a:gd name="csY5" fmla="*/ 437899 h 890143"/>
                <a:gd name="csX0" fmla="*/ 0 w 883920"/>
                <a:gd name="csY0" fmla="*/ 431177 h 870752"/>
                <a:gd name="csX1" fmla="*/ 280416 w 883920"/>
                <a:gd name="csY1" fmla="*/ 437273 h 870752"/>
                <a:gd name="csX2" fmla="*/ 365379 w 883920"/>
                <a:gd name="csY2" fmla="*/ 7886 h 870752"/>
                <a:gd name="csX3" fmla="*/ 483489 w 883920"/>
                <a:gd name="csY3" fmla="*/ 863231 h 870752"/>
                <a:gd name="csX4" fmla="*/ 621792 w 883920"/>
                <a:gd name="csY4" fmla="*/ 425081 h 870752"/>
                <a:gd name="csX5" fmla="*/ 883920 w 883920"/>
                <a:gd name="csY5" fmla="*/ 437273 h 8707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883920" h="870752">
                  <a:moveTo>
                    <a:pt x="0" y="431177"/>
                  </a:moveTo>
                  <a:cubicBezTo>
                    <a:pt x="110236" y="470293"/>
                    <a:pt x="219520" y="507821"/>
                    <a:pt x="280416" y="437273"/>
                  </a:cubicBezTo>
                  <a:cubicBezTo>
                    <a:pt x="341312" y="366725"/>
                    <a:pt x="331534" y="-63107"/>
                    <a:pt x="365379" y="7886"/>
                  </a:cubicBezTo>
                  <a:cubicBezTo>
                    <a:pt x="399224" y="78879"/>
                    <a:pt x="440754" y="793699"/>
                    <a:pt x="483489" y="863231"/>
                  </a:cubicBezTo>
                  <a:cubicBezTo>
                    <a:pt x="526224" y="932763"/>
                    <a:pt x="554736" y="499249"/>
                    <a:pt x="621792" y="425081"/>
                  </a:cubicBezTo>
                  <a:cubicBezTo>
                    <a:pt x="688848" y="350913"/>
                    <a:pt x="803656" y="410857"/>
                    <a:pt x="883920" y="437273"/>
                  </a:cubicBezTo>
                </a:path>
              </a:pathLst>
            </a:cu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9" name="矩形: 圆角 98">
            <a:extLst>
              <a:ext uri="{FF2B5EF4-FFF2-40B4-BE49-F238E27FC236}">
                <a16:creationId xmlns:a16="http://schemas.microsoft.com/office/drawing/2014/main" id="{52EE1F85-52AD-3485-E9D0-2D9DA3A23A7E}"/>
              </a:ext>
            </a:extLst>
          </p:cNvPr>
          <p:cNvSpPr/>
          <p:nvPr/>
        </p:nvSpPr>
        <p:spPr>
          <a:xfrm>
            <a:off x="3094419" y="5828414"/>
            <a:ext cx="162000" cy="438718"/>
          </a:xfrm>
          <a:prstGeom prst="roundRect">
            <a:avLst>
              <a:gd name="adj" fmla="val 15376"/>
            </a:avLst>
          </a:prstGeom>
          <a:solidFill>
            <a:srgbClr val="DAE2F5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矩形: 圆角 99">
            <a:extLst>
              <a:ext uri="{FF2B5EF4-FFF2-40B4-BE49-F238E27FC236}">
                <a16:creationId xmlns:a16="http://schemas.microsoft.com/office/drawing/2014/main" id="{54056D79-DADB-3872-5866-ECDD7787A49B}"/>
              </a:ext>
            </a:extLst>
          </p:cNvPr>
          <p:cNvSpPr/>
          <p:nvPr/>
        </p:nvSpPr>
        <p:spPr>
          <a:xfrm>
            <a:off x="3389587" y="5820331"/>
            <a:ext cx="377073" cy="164220"/>
          </a:xfrm>
          <a:prstGeom prst="roundRect">
            <a:avLst>
              <a:gd name="adj" fmla="val 15376"/>
            </a:avLst>
          </a:prstGeom>
          <a:solidFill>
            <a:srgbClr val="F5B7BE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矩形: 圆角 100">
            <a:extLst>
              <a:ext uri="{FF2B5EF4-FFF2-40B4-BE49-F238E27FC236}">
                <a16:creationId xmlns:a16="http://schemas.microsoft.com/office/drawing/2014/main" id="{26EB89C0-350F-7EF8-2BDD-AAF5B4924773}"/>
              </a:ext>
            </a:extLst>
          </p:cNvPr>
          <p:cNvSpPr/>
          <p:nvPr/>
        </p:nvSpPr>
        <p:spPr>
          <a:xfrm>
            <a:off x="3389587" y="6071340"/>
            <a:ext cx="377073" cy="164220"/>
          </a:xfrm>
          <a:prstGeom prst="roundRect">
            <a:avLst>
              <a:gd name="adj" fmla="val 15376"/>
            </a:avLst>
          </a:prstGeom>
          <a:solidFill>
            <a:srgbClr val="F5B7BE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矩形: 圆角 101">
            <a:extLst>
              <a:ext uri="{FF2B5EF4-FFF2-40B4-BE49-F238E27FC236}">
                <a16:creationId xmlns:a16="http://schemas.microsoft.com/office/drawing/2014/main" id="{8CFE3B5B-93D6-AC90-4522-E48C73479D45}"/>
              </a:ext>
            </a:extLst>
          </p:cNvPr>
          <p:cNvSpPr/>
          <p:nvPr/>
        </p:nvSpPr>
        <p:spPr>
          <a:xfrm>
            <a:off x="2637250" y="6305946"/>
            <a:ext cx="144000" cy="352949"/>
          </a:xfrm>
          <a:prstGeom prst="roundRect">
            <a:avLst>
              <a:gd name="adj" fmla="val 15376"/>
            </a:avLst>
          </a:prstGeom>
          <a:solidFill>
            <a:srgbClr val="F1F1F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3" name="组合 102">
            <a:extLst>
              <a:ext uri="{FF2B5EF4-FFF2-40B4-BE49-F238E27FC236}">
                <a16:creationId xmlns:a16="http://schemas.microsoft.com/office/drawing/2014/main" id="{7287DE00-EAB8-FE5B-BBCF-8A8CBC0217B7}"/>
              </a:ext>
            </a:extLst>
          </p:cNvPr>
          <p:cNvGrpSpPr/>
          <p:nvPr/>
        </p:nvGrpSpPr>
        <p:grpSpPr>
          <a:xfrm>
            <a:off x="5524254" y="5091506"/>
            <a:ext cx="144241" cy="144241"/>
            <a:chOff x="4783150" y="4719084"/>
            <a:chExt cx="144241" cy="144241"/>
          </a:xfrm>
        </p:grpSpPr>
        <p:sp>
          <p:nvSpPr>
            <p:cNvPr id="104" name="椭圆 103">
              <a:extLst>
                <a:ext uri="{FF2B5EF4-FFF2-40B4-BE49-F238E27FC236}">
                  <a16:creationId xmlns:a16="http://schemas.microsoft.com/office/drawing/2014/main" id="{6C857723-58AF-4271-E1DC-EE517593F265}"/>
                </a:ext>
              </a:extLst>
            </p:cNvPr>
            <p:cNvSpPr/>
            <p:nvPr/>
          </p:nvSpPr>
          <p:spPr>
            <a:xfrm>
              <a:off x="4783150" y="4719084"/>
              <a:ext cx="144241" cy="144241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900" dirty="0">
                <a:solidFill>
                  <a:schemeClr val="tx1"/>
                </a:solidFill>
              </a:endParaRPr>
            </a:p>
          </p:txBody>
        </p:sp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4E1CBFF9-4419-3ACD-60A3-B6D561F8DFB4}"/>
                </a:ext>
              </a:extLst>
            </p:cNvPr>
            <p:cNvCxnSpPr>
              <a:stCxn id="104" idx="2"/>
              <a:endCxn id="104" idx="6"/>
            </p:cNvCxnSpPr>
            <p:nvPr/>
          </p:nvCxnSpPr>
          <p:spPr>
            <a:xfrm>
              <a:off x="4783150" y="4791205"/>
              <a:ext cx="14424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33D80EB8-B83C-E053-8551-263E36901AC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783150" y="4791205"/>
              <a:ext cx="14424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7" name="组合 106">
            <a:extLst>
              <a:ext uri="{FF2B5EF4-FFF2-40B4-BE49-F238E27FC236}">
                <a16:creationId xmlns:a16="http://schemas.microsoft.com/office/drawing/2014/main" id="{EDA5C41F-B926-5625-09BD-1AF1FAEA50A5}"/>
              </a:ext>
            </a:extLst>
          </p:cNvPr>
          <p:cNvGrpSpPr/>
          <p:nvPr/>
        </p:nvGrpSpPr>
        <p:grpSpPr>
          <a:xfrm>
            <a:off x="3893220" y="5824595"/>
            <a:ext cx="164220" cy="164220"/>
            <a:chOff x="5594329" y="4783710"/>
            <a:chExt cx="144241" cy="144241"/>
          </a:xfrm>
        </p:grpSpPr>
        <p:sp>
          <p:nvSpPr>
            <p:cNvPr id="108" name="椭圆 107">
              <a:extLst>
                <a:ext uri="{FF2B5EF4-FFF2-40B4-BE49-F238E27FC236}">
                  <a16:creationId xmlns:a16="http://schemas.microsoft.com/office/drawing/2014/main" id="{26B5937E-244D-7F3F-DABC-90E25200315E}"/>
                </a:ext>
              </a:extLst>
            </p:cNvPr>
            <p:cNvSpPr/>
            <p:nvPr/>
          </p:nvSpPr>
          <p:spPr>
            <a:xfrm>
              <a:off x="5594329" y="4783710"/>
              <a:ext cx="144241" cy="144241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900" dirty="0">
                <a:solidFill>
                  <a:schemeClr val="tx1"/>
                </a:solidFill>
              </a:endParaRPr>
            </a:p>
          </p:txBody>
        </p:sp>
        <p:grpSp>
          <p:nvGrpSpPr>
            <p:cNvPr id="109" name="组合 108">
              <a:extLst>
                <a:ext uri="{FF2B5EF4-FFF2-40B4-BE49-F238E27FC236}">
                  <a16:creationId xmlns:a16="http://schemas.microsoft.com/office/drawing/2014/main" id="{BDECC682-73DA-6C20-9BE8-B89F22611E15}"/>
                </a:ext>
              </a:extLst>
            </p:cNvPr>
            <p:cNvGrpSpPr/>
            <p:nvPr/>
          </p:nvGrpSpPr>
          <p:grpSpPr>
            <a:xfrm rot="2700000">
              <a:off x="5594329" y="4783710"/>
              <a:ext cx="144241" cy="144241"/>
              <a:chOff x="5594329" y="4783710"/>
              <a:chExt cx="144241" cy="144241"/>
            </a:xfrm>
          </p:grpSpPr>
          <p:cxnSp>
            <p:nvCxnSpPr>
              <p:cNvPr id="110" name="直接连接符 109">
                <a:extLst>
                  <a:ext uri="{FF2B5EF4-FFF2-40B4-BE49-F238E27FC236}">
                    <a16:creationId xmlns:a16="http://schemas.microsoft.com/office/drawing/2014/main" id="{CAB3D36B-389B-6A29-E581-260D93F25225}"/>
                  </a:ext>
                </a:extLst>
              </p:cNvPr>
              <p:cNvCxnSpPr>
                <a:stCxn id="108" idx="2"/>
                <a:endCxn id="108" idx="6"/>
              </p:cNvCxnSpPr>
              <p:nvPr/>
            </p:nvCxnSpPr>
            <p:spPr>
              <a:xfrm>
                <a:off x="5594329" y="4855831"/>
                <a:ext cx="14424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直接连接符 110">
                <a:extLst>
                  <a:ext uri="{FF2B5EF4-FFF2-40B4-BE49-F238E27FC236}">
                    <a16:creationId xmlns:a16="http://schemas.microsoft.com/office/drawing/2014/main" id="{178EB0D6-D829-2FD1-B814-7BB7AF2CA2B1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594329" y="4855831"/>
                <a:ext cx="14424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2" name="组合 111">
            <a:extLst>
              <a:ext uri="{FF2B5EF4-FFF2-40B4-BE49-F238E27FC236}">
                <a16:creationId xmlns:a16="http://schemas.microsoft.com/office/drawing/2014/main" id="{DA0D3B3C-B4B6-7630-756C-F55515E8BA64}"/>
              </a:ext>
            </a:extLst>
          </p:cNvPr>
          <p:cNvGrpSpPr/>
          <p:nvPr/>
        </p:nvGrpSpPr>
        <p:grpSpPr>
          <a:xfrm>
            <a:off x="4159390" y="6071340"/>
            <a:ext cx="164220" cy="164220"/>
            <a:chOff x="5594329" y="4783710"/>
            <a:chExt cx="144241" cy="144241"/>
          </a:xfrm>
        </p:grpSpPr>
        <p:sp>
          <p:nvSpPr>
            <p:cNvPr id="113" name="椭圆 112">
              <a:extLst>
                <a:ext uri="{FF2B5EF4-FFF2-40B4-BE49-F238E27FC236}">
                  <a16:creationId xmlns:a16="http://schemas.microsoft.com/office/drawing/2014/main" id="{D4A8A18B-1320-ED77-9794-420AF2A4EBF5}"/>
                </a:ext>
              </a:extLst>
            </p:cNvPr>
            <p:cNvSpPr/>
            <p:nvPr/>
          </p:nvSpPr>
          <p:spPr>
            <a:xfrm>
              <a:off x="5594329" y="4783710"/>
              <a:ext cx="144241" cy="144241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900" dirty="0">
                <a:solidFill>
                  <a:schemeClr val="tx1"/>
                </a:solidFill>
              </a:endParaRPr>
            </a:p>
          </p:txBody>
        </p:sp>
        <p:grpSp>
          <p:nvGrpSpPr>
            <p:cNvPr id="114" name="组合 113">
              <a:extLst>
                <a:ext uri="{FF2B5EF4-FFF2-40B4-BE49-F238E27FC236}">
                  <a16:creationId xmlns:a16="http://schemas.microsoft.com/office/drawing/2014/main" id="{E7DA4C36-B667-A5B8-9921-59494E055286}"/>
                </a:ext>
              </a:extLst>
            </p:cNvPr>
            <p:cNvGrpSpPr/>
            <p:nvPr/>
          </p:nvGrpSpPr>
          <p:grpSpPr>
            <a:xfrm rot="2700000">
              <a:off x="5594329" y="4783710"/>
              <a:ext cx="144241" cy="144241"/>
              <a:chOff x="5594329" y="4783710"/>
              <a:chExt cx="144241" cy="144241"/>
            </a:xfrm>
          </p:grpSpPr>
          <p:cxnSp>
            <p:nvCxnSpPr>
              <p:cNvPr id="115" name="直接连接符 114">
                <a:extLst>
                  <a:ext uri="{FF2B5EF4-FFF2-40B4-BE49-F238E27FC236}">
                    <a16:creationId xmlns:a16="http://schemas.microsoft.com/office/drawing/2014/main" id="{A7878D21-F272-1A37-67C5-327F495402CC}"/>
                  </a:ext>
                </a:extLst>
              </p:cNvPr>
              <p:cNvCxnSpPr>
                <a:stCxn id="113" idx="2"/>
                <a:endCxn id="113" idx="6"/>
              </p:cNvCxnSpPr>
              <p:nvPr/>
            </p:nvCxnSpPr>
            <p:spPr>
              <a:xfrm>
                <a:off x="5594329" y="4855831"/>
                <a:ext cx="14424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直接连接符 115">
                <a:extLst>
                  <a:ext uri="{FF2B5EF4-FFF2-40B4-BE49-F238E27FC236}">
                    <a16:creationId xmlns:a16="http://schemas.microsoft.com/office/drawing/2014/main" id="{93977A5B-1FCE-2350-4A63-C31D058899A8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594329" y="4855831"/>
                <a:ext cx="14424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7" name="组合 116">
            <a:extLst>
              <a:ext uri="{FF2B5EF4-FFF2-40B4-BE49-F238E27FC236}">
                <a16:creationId xmlns:a16="http://schemas.microsoft.com/office/drawing/2014/main" id="{88B0F0D8-A5A8-9C0C-9F5E-16381075B429}"/>
              </a:ext>
            </a:extLst>
          </p:cNvPr>
          <p:cNvGrpSpPr/>
          <p:nvPr/>
        </p:nvGrpSpPr>
        <p:grpSpPr>
          <a:xfrm>
            <a:off x="4448213" y="6069821"/>
            <a:ext cx="164220" cy="164220"/>
            <a:chOff x="4783150" y="4719084"/>
            <a:chExt cx="144241" cy="144241"/>
          </a:xfrm>
        </p:grpSpPr>
        <p:sp>
          <p:nvSpPr>
            <p:cNvPr id="118" name="椭圆 117">
              <a:extLst>
                <a:ext uri="{FF2B5EF4-FFF2-40B4-BE49-F238E27FC236}">
                  <a16:creationId xmlns:a16="http://schemas.microsoft.com/office/drawing/2014/main" id="{35FBD530-46E1-D6DA-866A-D1F2F1462ED3}"/>
                </a:ext>
              </a:extLst>
            </p:cNvPr>
            <p:cNvSpPr/>
            <p:nvPr/>
          </p:nvSpPr>
          <p:spPr>
            <a:xfrm>
              <a:off x="4783150" y="4719084"/>
              <a:ext cx="144241" cy="144241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900" dirty="0">
                <a:solidFill>
                  <a:schemeClr val="tx1"/>
                </a:solidFill>
              </a:endParaRPr>
            </a:p>
          </p:txBody>
        </p: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E3C06185-96E2-1224-5C12-6E2655F60244}"/>
                </a:ext>
              </a:extLst>
            </p:cNvPr>
            <p:cNvCxnSpPr>
              <a:stCxn id="118" idx="2"/>
              <a:endCxn id="118" idx="6"/>
            </p:cNvCxnSpPr>
            <p:nvPr/>
          </p:nvCxnSpPr>
          <p:spPr>
            <a:xfrm>
              <a:off x="4783150" y="4791205"/>
              <a:ext cx="14424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1D35FF8A-2AC0-91D0-5444-2DD883723AE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783150" y="4791205"/>
              <a:ext cx="14424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1" name="组合 120">
            <a:extLst>
              <a:ext uri="{FF2B5EF4-FFF2-40B4-BE49-F238E27FC236}">
                <a16:creationId xmlns:a16="http://schemas.microsoft.com/office/drawing/2014/main" id="{648A51BA-87CA-EF2A-7005-B4E65DCA92EB}"/>
              </a:ext>
            </a:extLst>
          </p:cNvPr>
          <p:cNvGrpSpPr/>
          <p:nvPr/>
        </p:nvGrpSpPr>
        <p:grpSpPr>
          <a:xfrm>
            <a:off x="4737036" y="6072535"/>
            <a:ext cx="159518" cy="159518"/>
            <a:chOff x="323088" y="552736"/>
            <a:chExt cx="890016" cy="890016"/>
          </a:xfrm>
        </p:grpSpPr>
        <p:sp>
          <p:nvSpPr>
            <p:cNvPr id="122" name="椭圆 121">
              <a:extLst>
                <a:ext uri="{FF2B5EF4-FFF2-40B4-BE49-F238E27FC236}">
                  <a16:creationId xmlns:a16="http://schemas.microsoft.com/office/drawing/2014/main" id="{4A05F697-68F6-0428-4639-DE742A86BB09}"/>
                </a:ext>
              </a:extLst>
            </p:cNvPr>
            <p:cNvSpPr/>
            <p:nvPr/>
          </p:nvSpPr>
          <p:spPr>
            <a:xfrm>
              <a:off x="323088" y="552736"/>
              <a:ext cx="890016" cy="890016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3" name="任意多边形: 形状 122">
              <a:extLst>
                <a:ext uri="{FF2B5EF4-FFF2-40B4-BE49-F238E27FC236}">
                  <a16:creationId xmlns:a16="http://schemas.microsoft.com/office/drawing/2014/main" id="{842A5725-9119-E66C-92D6-1F1F4FF9D072}"/>
                </a:ext>
              </a:extLst>
            </p:cNvPr>
            <p:cNvSpPr/>
            <p:nvPr/>
          </p:nvSpPr>
          <p:spPr>
            <a:xfrm>
              <a:off x="329184" y="562471"/>
              <a:ext cx="883920" cy="870752"/>
            </a:xfrm>
            <a:custGeom>
              <a:avLst/>
              <a:gdLst>
                <a:gd name="csX0" fmla="*/ 0 w 883920"/>
                <a:gd name="csY0" fmla="*/ 441190 h 899824"/>
                <a:gd name="csX1" fmla="*/ 280416 w 883920"/>
                <a:gd name="csY1" fmla="*/ 447286 h 899824"/>
                <a:gd name="csX2" fmla="*/ 359664 w 883920"/>
                <a:gd name="csY2" fmla="*/ 8374 h 899824"/>
                <a:gd name="csX3" fmla="*/ 481584 w 883920"/>
                <a:gd name="csY3" fmla="*/ 892294 h 899824"/>
                <a:gd name="csX4" fmla="*/ 621792 w 883920"/>
                <a:gd name="csY4" fmla="*/ 435094 h 899824"/>
                <a:gd name="csX5" fmla="*/ 883920 w 883920"/>
                <a:gd name="csY5" fmla="*/ 447286 h 899824"/>
                <a:gd name="csX0" fmla="*/ 0 w 883920"/>
                <a:gd name="csY0" fmla="*/ 431803 h 890143"/>
                <a:gd name="csX1" fmla="*/ 280416 w 883920"/>
                <a:gd name="csY1" fmla="*/ 437899 h 890143"/>
                <a:gd name="csX2" fmla="*/ 365379 w 883920"/>
                <a:gd name="csY2" fmla="*/ 8512 h 890143"/>
                <a:gd name="csX3" fmla="*/ 481584 w 883920"/>
                <a:gd name="csY3" fmla="*/ 882907 h 890143"/>
                <a:gd name="csX4" fmla="*/ 621792 w 883920"/>
                <a:gd name="csY4" fmla="*/ 425707 h 890143"/>
                <a:gd name="csX5" fmla="*/ 883920 w 883920"/>
                <a:gd name="csY5" fmla="*/ 437899 h 890143"/>
                <a:gd name="csX0" fmla="*/ 0 w 883920"/>
                <a:gd name="csY0" fmla="*/ 431177 h 870752"/>
                <a:gd name="csX1" fmla="*/ 280416 w 883920"/>
                <a:gd name="csY1" fmla="*/ 437273 h 870752"/>
                <a:gd name="csX2" fmla="*/ 365379 w 883920"/>
                <a:gd name="csY2" fmla="*/ 7886 h 870752"/>
                <a:gd name="csX3" fmla="*/ 483489 w 883920"/>
                <a:gd name="csY3" fmla="*/ 863231 h 870752"/>
                <a:gd name="csX4" fmla="*/ 621792 w 883920"/>
                <a:gd name="csY4" fmla="*/ 425081 h 870752"/>
                <a:gd name="csX5" fmla="*/ 883920 w 883920"/>
                <a:gd name="csY5" fmla="*/ 437273 h 8707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883920" h="870752">
                  <a:moveTo>
                    <a:pt x="0" y="431177"/>
                  </a:moveTo>
                  <a:cubicBezTo>
                    <a:pt x="110236" y="470293"/>
                    <a:pt x="219520" y="507821"/>
                    <a:pt x="280416" y="437273"/>
                  </a:cubicBezTo>
                  <a:cubicBezTo>
                    <a:pt x="341312" y="366725"/>
                    <a:pt x="331534" y="-63107"/>
                    <a:pt x="365379" y="7886"/>
                  </a:cubicBezTo>
                  <a:cubicBezTo>
                    <a:pt x="399224" y="78879"/>
                    <a:pt x="440754" y="793699"/>
                    <a:pt x="483489" y="863231"/>
                  </a:cubicBezTo>
                  <a:cubicBezTo>
                    <a:pt x="526224" y="932763"/>
                    <a:pt x="554736" y="499249"/>
                    <a:pt x="621792" y="425081"/>
                  </a:cubicBezTo>
                  <a:cubicBezTo>
                    <a:pt x="688848" y="350913"/>
                    <a:pt x="803656" y="410857"/>
                    <a:pt x="883920" y="437273"/>
                  </a:cubicBezTo>
                </a:path>
              </a:pathLst>
            </a:cu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4" name="组合 123">
            <a:extLst>
              <a:ext uri="{FF2B5EF4-FFF2-40B4-BE49-F238E27FC236}">
                <a16:creationId xmlns:a16="http://schemas.microsoft.com/office/drawing/2014/main" id="{6C78AC71-6E87-1EDE-3AC8-C5BCAFAEE7E5}"/>
              </a:ext>
            </a:extLst>
          </p:cNvPr>
          <p:cNvGrpSpPr/>
          <p:nvPr/>
        </p:nvGrpSpPr>
        <p:grpSpPr>
          <a:xfrm>
            <a:off x="2785803" y="6388792"/>
            <a:ext cx="159518" cy="159518"/>
            <a:chOff x="323088" y="552736"/>
            <a:chExt cx="890016" cy="890016"/>
          </a:xfrm>
        </p:grpSpPr>
        <p:sp>
          <p:nvSpPr>
            <p:cNvPr id="125" name="椭圆 124">
              <a:extLst>
                <a:ext uri="{FF2B5EF4-FFF2-40B4-BE49-F238E27FC236}">
                  <a16:creationId xmlns:a16="http://schemas.microsoft.com/office/drawing/2014/main" id="{0755A4AA-EC48-E9A1-793F-1755EA11C868}"/>
                </a:ext>
              </a:extLst>
            </p:cNvPr>
            <p:cNvSpPr/>
            <p:nvPr/>
          </p:nvSpPr>
          <p:spPr>
            <a:xfrm>
              <a:off x="323088" y="552736"/>
              <a:ext cx="890016" cy="890016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6" name="任意多边形: 形状 125">
              <a:extLst>
                <a:ext uri="{FF2B5EF4-FFF2-40B4-BE49-F238E27FC236}">
                  <a16:creationId xmlns:a16="http://schemas.microsoft.com/office/drawing/2014/main" id="{8D2636F5-0F1C-418C-3EAD-B344D98590E4}"/>
                </a:ext>
              </a:extLst>
            </p:cNvPr>
            <p:cNvSpPr/>
            <p:nvPr/>
          </p:nvSpPr>
          <p:spPr>
            <a:xfrm>
              <a:off x="329184" y="562471"/>
              <a:ext cx="883920" cy="870752"/>
            </a:xfrm>
            <a:custGeom>
              <a:avLst/>
              <a:gdLst>
                <a:gd name="csX0" fmla="*/ 0 w 883920"/>
                <a:gd name="csY0" fmla="*/ 441190 h 899824"/>
                <a:gd name="csX1" fmla="*/ 280416 w 883920"/>
                <a:gd name="csY1" fmla="*/ 447286 h 899824"/>
                <a:gd name="csX2" fmla="*/ 359664 w 883920"/>
                <a:gd name="csY2" fmla="*/ 8374 h 899824"/>
                <a:gd name="csX3" fmla="*/ 481584 w 883920"/>
                <a:gd name="csY3" fmla="*/ 892294 h 899824"/>
                <a:gd name="csX4" fmla="*/ 621792 w 883920"/>
                <a:gd name="csY4" fmla="*/ 435094 h 899824"/>
                <a:gd name="csX5" fmla="*/ 883920 w 883920"/>
                <a:gd name="csY5" fmla="*/ 447286 h 899824"/>
                <a:gd name="csX0" fmla="*/ 0 w 883920"/>
                <a:gd name="csY0" fmla="*/ 431803 h 890143"/>
                <a:gd name="csX1" fmla="*/ 280416 w 883920"/>
                <a:gd name="csY1" fmla="*/ 437899 h 890143"/>
                <a:gd name="csX2" fmla="*/ 365379 w 883920"/>
                <a:gd name="csY2" fmla="*/ 8512 h 890143"/>
                <a:gd name="csX3" fmla="*/ 481584 w 883920"/>
                <a:gd name="csY3" fmla="*/ 882907 h 890143"/>
                <a:gd name="csX4" fmla="*/ 621792 w 883920"/>
                <a:gd name="csY4" fmla="*/ 425707 h 890143"/>
                <a:gd name="csX5" fmla="*/ 883920 w 883920"/>
                <a:gd name="csY5" fmla="*/ 437899 h 890143"/>
                <a:gd name="csX0" fmla="*/ 0 w 883920"/>
                <a:gd name="csY0" fmla="*/ 431177 h 870752"/>
                <a:gd name="csX1" fmla="*/ 280416 w 883920"/>
                <a:gd name="csY1" fmla="*/ 437273 h 870752"/>
                <a:gd name="csX2" fmla="*/ 365379 w 883920"/>
                <a:gd name="csY2" fmla="*/ 7886 h 870752"/>
                <a:gd name="csX3" fmla="*/ 483489 w 883920"/>
                <a:gd name="csY3" fmla="*/ 863231 h 870752"/>
                <a:gd name="csX4" fmla="*/ 621792 w 883920"/>
                <a:gd name="csY4" fmla="*/ 425081 h 870752"/>
                <a:gd name="csX5" fmla="*/ 883920 w 883920"/>
                <a:gd name="csY5" fmla="*/ 437273 h 8707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883920" h="870752">
                  <a:moveTo>
                    <a:pt x="0" y="431177"/>
                  </a:moveTo>
                  <a:cubicBezTo>
                    <a:pt x="110236" y="470293"/>
                    <a:pt x="219520" y="507821"/>
                    <a:pt x="280416" y="437273"/>
                  </a:cubicBezTo>
                  <a:cubicBezTo>
                    <a:pt x="341312" y="366725"/>
                    <a:pt x="331534" y="-63107"/>
                    <a:pt x="365379" y="7886"/>
                  </a:cubicBezTo>
                  <a:cubicBezTo>
                    <a:pt x="399224" y="78879"/>
                    <a:pt x="440754" y="793699"/>
                    <a:pt x="483489" y="863231"/>
                  </a:cubicBezTo>
                  <a:cubicBezTo>
                    <a:pt x="526224" y="932763"/>
                    <a:pt x="554736" y="499249"/>
                    <a:pt x="621792" y="425081"/>
                  </a:cubicBezTo>
                  <a:cubicBezTo>
                    <a:pt x="688848" y="350913"/>
                    <a:pt x="803656" y="410857"/>
                    <a:pt x="883920" y="437273"/>
                  </a:cubicBezTo>
                </a:path>
              </a:pathLst>
            </a:cu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7" name="矩形: 圆角 126">
            <a:extLst>
              <a:ext uri="{FF2B5EF4-FFF2-40B4-BE49-F238E27FC236}">
                <a16:creationId xmlns:a16="http://schemas.microsoft.com/office/drawing/2014/main" id="{0A749D34-3329-D367-9557-3B53F0ED1A72}"/>
              </a:ext>
            </a:extLst>
          </p:cNvPr>
          <p:cNvSpPr/>
          <p:nvPr/>
        </p:nvSpPr>
        <p:spPr>
          <a:xfrm>
            <a:off x="4894149" y="5958099"/>
            <a:ext cx="162000" cy="378878"/>
          </a:xfrm>
          <a:prstGeom prst="roundRect">
            <a:avLst>
              <a:gd name="adj" fmla="val 15376"/>
            </a:avLst>
          </a:prstGeom>
          <a:solidFill>
            <a:srgbClr val="F1F1F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8" name="矩形: 圆角 127">
            <a:extLst>
              <a:ext uri="{FF2B5EF4-FFF2-40B4-BE49-F238E27FC236}">
                <a16:creationId xmlns:a16="http://schemas.microsoft.com/office/drawing/2014/main" id="{56193139-0411-DE81-2154-801D4683387D}"/>
              </a:ext>
            </a:extLst>
          </p:cNvPr>
          <p:cNvSpPr/>
          <p:nvPr/>
        </p:nvSpPr>
        <p:spPr>
          <a:xfrm>
            <a:off x="2047227" y="6877460"/>
            <a:ext cx="4680556" cy="1144700"/>
          </a:xfrm>
          <a:prstGeom prst="roundRect">
            <a:avLst>
              <a:gd name="adj" fmla="val 3973"/>
            </a:avLst>
          </a:prstGeom>
          <a:solidFill>
            <a:srgbClr val="FBE6D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9" name="矩形: 圆角 128">
            <a:extLst>
              <a:ext uri="{FF2B5EF4-FFF2-40B4-BE49-F238E27FC236}">
                <a16:creationId xmlns:a16="http://schemas.microsoft.com/office/drawing/2014/main" id="{7FEFC0A6-0A93-DACA-0994-BC254DEA9D7B}"/>
              </a:ext>
            </a:extLst>
          </p:cNvPr>
          <p:cNvSpPr/>
          <p:nvPr/>
        </p:nvSpPr>
        <p:spPr>
          <a:xfrm>
            <a:off x="2205139" y="7223380"/>
            <a:ext cx="180000" cy="452861"/>
          </a:xfrm>
          <a:prstGeom prst="roundRect">
            <a:avLst>
              <a:gd name="adj" fmla="val 15376"/>
            </a:avLst>
          </a:prstGeom>
          <a:solidFill>
            <a:srgbClr val="F1F1F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0" name="矩形: 圆角 129">
            <a:extLst>
              <a:ext uri="{FF2B5EF4-FFF2-40B4-BE49-F238E27FC236}">
                <a16:creationId xmlns:a16="http://schemas.microsoft.com/office/drawing/2014/main" id="{9ADB238D-0CCC-ED95-9936-7A78112E5E2B}"/>
              </a:ext>
            </a:extLst>
          </p:cNvPr>
          <p:cNvSpPr/>
          <p:nvPr/>
        </p:nvSpPr>
        <p:spPr>
          <a:xfrm>
            <a:off x="2385139" y="7223380"/>
            <a:ext cx="180000" cy="452861"/>
          </a:xfrm>
          <a:prstGeom prst="roundRect">
            <a:avLst>
              <a:gd name="adj" fmla="val 15376"/>
            </a:avLst>
          </a:prstGeom>
          <a:solidFill>
            <a:srgbClr val="F1F1F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1" name="矩形: 圆角 130">
            <a:extLst>
              <a:ext uri="{FF2B5EF4-FFF2-40B4-BE49-F238E27FC236}">
                <a16:creationId xmlns:a16="http://schemas.microsoft.com/office/drawing/2014/main" id="{5A60C918-FEE4-8A75-89A0-FF285EF50B2B}"/>
              </a:ext>
            </a:extLst>
          </p:cNvPr>
          <p:cNvSpPr/>
          <p:nvPr/>
        </p:nvSpPr>
        <p:spPr>
          <a:xfrm>
            <a:off x="2878477" y="7223380"/>
            <a:ext cx="180000" cy="452861"/>
          </a:xfrm>
          <a:prstGeom prst="roundRect">
            <a:avLst>
              <a:gd name="adj" fmla="val 15376"/>
            </a:avLst>
          </a:prstGeom>
          <a:solidFill>
            <a:srgbClr val="DAE2F5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矩形: 圆角 131">
            <a:extLst>
              <a:ext uri="{FF2B5EF4-FFF2-40B4-BE49-F238E27FC236}">
                <a16:creationId xmlns:a16="http://schemas.microsoft.com/office/drawing/2014/main" id="{CB1BA4EE-1D5F-D607-54D3-D57CFDFB214A}"/>
              </a:ext>
            </a:extLst>
          </p:cNvPr>
          <p:cNvSpPr/>
          <p:nvPr/>
        </p:nvSpPr>
        <p:spPr>
          <a:xfrm>
            <a:off x="3598026" y="7095492"/>
            <a:ext cx="391206" cy="164220"/>
          </a:xfrm>
          <a:prstGeom prst="roundRect">
            <a:avLst>
              <a:gd name="adj" fmla="val 15376"/>
            </a:avLst>
          </a:prstGeom>
          <a:solidFill>
            <a:srgbClr val="F8CDAC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3" name="矩形: 圆角 132">
            <a:extLst>
              <a:ext uri="{FF2B5EF4-FFF2-40B4-BE49-F238E27FC236}">
                <a16:creationId xmlns:a16="http://schemas.microsoft.com/office/drawing/2014/main" id="{777A41C1-C3E1-BF4D-9015-960AB635AF0A}"/>
              </a:ext>
            </a:extLst>
          </p:cNvPr>
          <p:cNvSpPr/>
          <p:nvPr/>
        </p:nvSpPr>
        <p:spPr>
          <a:xfrm>
            <a:off x="3598026" y="7367700"/>
            <a:ext cx="391206" cy="164220"/>
          </a:xfrm>
          <a:prstGeom prst="roundRect">
            <a:avLst>
              <a:gd name="adj" fmla="val 15376"/>
            </a:avLst>
          </a:prstGeom>
          <a:solidFill>
            <a:srgbClr val="F8CDAC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矩形: 圆角 133">
            <a:extLst>
              <a:ext uri="{FF2B5EF4-FFF2-40B4-BE49-F238E27FC236}">
                <a16:creationId xmlns:a16="http://schemas.microsoft.com/office/drawing/2014/main" id="{F357712B-ADD3-1B07-E202-D85CC5C20E4E}"/>
              </a:ext>
            </a:extLst>
          </p:cNvPr>
          <p:cNvSpPr/>
          <p:nvPr/>
        </p:nvSpPr>
        <p:spPr>
          <a:xfrm>
            <a:off x="3598026" y="7623770"/>
            <a:ext cx="391206" cy="164220"/>
          </a:xfrm>
          <a:prstGeom prst="roundRect">
            <a:avLst>
              <a:gd name="adj" fmla="val 15376"/>
            </a:avLst>
          </a:prstGeom>
          <a:solidFill>
            <a:srgbClr val="F8CDAC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矩形: 圆角 134">
            <a:extLst>
              <a:ext uri="{FF2B5EF4-FFF2-40B4-BE49-F238E27FC236}">
                <a16:creationId xmlns:a16="http://schemas.microsoft.com/office/drawing/2014/main" id="{44A65A36-530E-BBA5-28A6-8A8455ACFB5C}"/>
              </a:ext>
            </a:extLst>
          </p:cNvPr>
          <p:cNvSpPr/>
          <p:nvPr/>
        </p:nvSpPr>
        <p:spPr>
          <a:xfrm>
            <a:off x="4263475" y="7102970"/>
            <a:ext cx="715406" cy="693681"/>
          </a:xfrm>
          <a:prstGeom prst="roundRect">
            <a:avLst>
              <a:gd name="adj" fmla="val 4940"/>
            </a:avLst>
          </a:prstGeom>
          <a:solidFill>
            <a:srgbClr val="F5B482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6" name="组合 135">
            <a:extLst>
              <a:ext uri="{FF2B5EF4-FFF2-40B4-BE49-F238E27FC236}">
                <a16:creationId xmlns:a16="http://schemas.microsoft.com/office/drawing/2014/main" id="{916ED1DC-2E7D-72B8-963A-2D8DD98BB70A}"/>
              </a:ext>
            </a:extLst>
          </p:cNvPr>
          <p:cNvGrpSpPr/>
          <p:nvPr/>
        </p:nvGrpSpPr>
        <p:grpSpPr>
          <a:xfrm>
            <a:off x="2689939" y="7355630"/>
            <a:ext cx="188361" cy="188361"/>
            <a:chOff x="323088" y="552736"/>
            <a:chExt cx="890016" cy="890016"/>
          </a:xfrm>
        </p:grpSpPr>
        <p:sp>
          <p:nvSpPr>
            <p:cNvPr id="137" name="椭圆 136">
              <a:extLst>
                <a:ext uri="{FF2B5EF4-FFF2-40B4-BE49-F238E27FC236}">
                  <a16:creationId xmlns:a16="http://schemas.microsoft.com/office/drawing/2014/main" id="{3E757D25-A8A5-A3AC-0E8D-2594642CDECE}"/>
                </a:ext>
              </a:extLst>
            </p:cNvPr>
            <p:cNvSpPr/>
            <p:nvPr/>
          </p:nvSpPr>
          <p:spPr>
            <a:xfrm>
              <a:off x="323088" y="552736"/>
              <a:ext cx="890016" cy="890016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8" name="任意多边形: 形状 137">
              <a:extLst>
                <a:ext uri="{FF2B5EF4-FFF2-40B4-BE49-F238E27FC236}">
                  <a16:creationId xmlns:a16="http://schemas.microsoft.com/office/drawing/2014/main" id="{E3DC5FEC-56F8-21B4-5575-2E7E4F69BAF2}"/>
                </a:ext>
              </a:extLst>
            </p:cNvPr>
            <p:cNvSpPr/>
            <p:nvPr/>
          </p:nvSpPr>
          <p:spPr>
            <a:xfrm>
              <a:off x="329184" y="562471"/>
              <a:ext cx="883920" cy="870752"/>
            </a:xfrm>
            <a:custGeom>
              <a:avLst/>
              <a:gdLst>
                <a:gd name="csX0" fmla="*/ 0 w 883920"/>
                <a:gd name="csY0" fmla="*/ 441190 h 899824"/>
                <a:gd name="csX1" fmla="*/ 280416 w 883920"/>
                <a:gd name="csY1" fmla="*/ 447286 h 899824"/>
                <a:gd name="csX2" fmla="*/ 359664 w 883920"/>
                <a:gd name="csY2" fmla="*/ 8374 h 899824"/>
                <a:gd name="csX3" fmla="*/ 481584 w 883920"/>
                <a:gd name="csY3" fmla="*/ 892294 h 899824"/>
                <a:gd name="csX4" fmla="*/ 621792 w 883920"/>
                <a:gd name="csY4" fmla="*/ 435094 h 899824"/>
                <a:gd name="csX5" fmla="*/ 883920 w 883920"/>
                <a:gd name="csY5" fmla="*/ 447286 h 899824"/>
                <a:gd name="csX0" fmla="*/ 0 w 883920"/>
                <a:gd name="csY0" fmla="*/ 431803 h 890143"/>
                <a:gd name="csX1" fmla="*/ 280416 w 883920"/>
                <a:gd name="csY1" fmla="*/ 437899 h 890143"/>
                <a:gd name="csX2" fmla="*/ 365379 w 883920"/>
                <a:gd name="csY2" fmla="*/ 8512 h 890143"/>
                <a:gd name="csX3" fmla="*/ 481584 w 883920"/>
                <a:gd name="csY3" fmla="*/ 882907 h 890143"/>
                <a:gd name="csX4" fmla="*/ 621792 w 883920"/>
                <a:gd name="csY4" fmla="*/ 425707 h 890143"/>
                <a:gd name="csX5" fmla="*/ 883920 w 883920"/>
                <a:gd name="csY5" fmla="*/ 437899 h 890143"/>
                <a:gd name="csX0" fmla="*/ 0 w 883920"/>
                <a:gd name="csY0" fmla="*/ 431177 h 870752"/>
                <a:gd name="csX1" fmla="*/ 280416 w 883920"/>
                <a:gd name="csY1" fmla="*/ 437273 h 870752"/>
                <a:gd name="csX2" fmla="*/ 365379 w 883920"/>
                <a:gd name="csY2" fmla="*/ 7886 h 870752"/>
                <a:gd name="csX3" fmla="*/ 483489 w 883920"/>
                <a:gd name="csY3" fmla="*/ 863231 h 870752"/>
                <a:gd name="csX4" fmla="*/ 621792 w 883920"/>
                <a:gd name="csY4" fmla="*/ 425081 h 870752"/>
                <a:gd name="csX5" fmla="*/ 883920 w 883920"/>
                <a:gd name="csY5" fmla="*/ 437273 h 8707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883920" h="870752">
                  <a:moveTo>
                    <a:pt x="0" y="431177"/>
                  </a:moveTo>
                  <a:cubicBezTo>
                    <a:pt x="110236" y="470293"/>
                    <a:pt x="219520" y="507821"/>
                    <a:pt x="280416" y="437273"/>
                  </a:cubicBezTo>
                  <a:cubicBezTo>
                    <a:pt x="341312" y="366725"/>
                    <a:pt x="331534" y="-63107"/>
                    <a:pt x="365379" y="7886"/>
                  </a:cubicBezTo>
                  <a:cubicBezTo>
                    <a:pt x="399224" y="78879"/>
                    <a:pt x="440754" y="793699"/>
                    <a:pt x="483489" y="863231"/>
                  </a:cubicBezTo>
                  <a:cubicBezTo>
                    <a:pt x="526224" y="932763"/>
                    <a:pt x="554736" y="499249"/>
                    <a:pt x="621792" y="425081"/>
                  </a:cubicBezTo>
                  <a:cubicBezTo>
                    <a:pt x="688848" y="350913"/>
                    <a:pt x="803656" y="410857"/>
                    <a:pt x="883920" y="437273"/>
                  </a:cubicBezTo>
                </a:path>
              </a:pathLst>
            </a:cu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39" name="组合 138">
            <a:extLst>
              <a:ext uri="{FF2B5EF4-FFF2-40B4-BE49-F238E27FC236}">
                <a16:creationId xmlns:a16="http://schemas.microsoft.com/office/drawing/2014/main" id="{213716C1-5505-7DAA-67C2-B161E2B873A8}"/>
              </a:ext>
            </a:extLst>
          </p:cNvPr>
          <p:cNvGrpSpPr/>
          <p:nvPr/>
        </p:nvGrpSpPr>
        <p:grpSpPr>
          <a:xfrm>
            <a:off x="3073457" y="7355630"/>
            <a:ext cx="188361" cy="188361"/>
            <a:chOff x="323088" y="552736"/>
            <a:chExt cx="890016" cy="890016"/>
          </a:xfrm>
        </p:grpSpPr>
        <p:sp>
          <p:nvSpPr>
            <p:cNvPr id="140" name="椭圆 139">
              <a:extLst>
                <a:ext uri="{FF2B5EF4-FFF2-40B4-BE49-F238E27FC236}">
                  <a16:creationId xmlns:a16="http://schemas.microsoft.com/office/drawing/2014/main" id="{FCD847CC-3CEA-935D-B1EE-53BA60D8F340}"/>
                </a:ext>
              </a:extLst>
            </p:cNvPr>
            <p:cNvSpPr/>
            <p:nvPr/>
          </p:nvSpPr>
          <p:spPr>
            <a:xfrm>
              <a:off x="323088" y="552736"/>
              <a:ext cx="890016" cy="890016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1" name="任意多边形: 形状 140">
              <a:extLst>
                <a:ext uri="{FF2B5EF4-FFF2-40B4-BE49-F238E27FC236}">
                  <a16:creationId xmlns:a16="http://schemas.microsoft.com/office/drawing/2014/main" id="{B143A09C-867F-8C77-A922-B108462A98D0}"/>
                </a:ext>
              </a:extLst>
            </p:cNvPr>
            <p:cNvSpPr/>
            <p:nvPr/>
          </p:nvSpPr>
          <p:spPr>
            <a:xfrm>
              <a:off x="329184" y="562471"/>
              <a:ext cx="883920" cy="870752"/>
            </a:xfrm>
            <a:custGeom>
              <a:avLst/>
              <a:gdLst>
                <a:gd name="csX0" fmla="*/ 0 w 883920"/>
                <a:gd name="csY0" fmla="*/ 441190 h 899824"/>
                <a:gd name="csX1" fmla="*/ 280416 w 883920"/>
                <a:gd name="csY1" fmla="*/ 447286 h 899824"/>
                <a:gd name="csX2" fmla="*/ 359664 w 883920"/>
                <a:gd name="csY2" fmla="*/ 8374 h 899824"/>
                <a:gd name="csX3" fmla="*/ 481584 w 883920"/>
                <a:gd name="csY3" fmla="*/ 892294 h 899824"/>
                <a:gd name="csX4" fmla="*/ 621792 w 883920"/>
                <a:gd name="csY4" fmla="*/ 435094 h 899824"/>
                <a:gd name="csX5" fmla="*/ 883920 w 883920"/>
                <a:gd name="csY5" fmla="*/ 447286 h 899824"/>
                <a:gd name="csX0" fmla="*/ 0 w 883920"/>
                <a:gd name="csY0" fmla="*/ 431803 h 890143"/>
                <a:gd name="csX1" fmla="*/ 280416 w 883920"/>
                <a:gd name="csY1" fmla="*/ 437899 h 890143"/>
                <a:gd name="csX2" fmla="*/ 365379 w 883920"/>
                <a:gd name="csY2" fmla="*/ 8512 h 890143"/>
                <a:gd name="csX3" fmla="*/ 481584 w 883920"/>
                <a:gd name="csY3" fmla="*/ 882907 h 890143"/>
                <a:gd name="csX4" fmla="*/ 621792 w 883920"/>
                <a:gd name="csY4" fmla="*/ 425707 h 890143"/>
                <a:gd name="csX5" fmla="*/ 883920 w 883920"/>
                <a:gd name="csY5" fmla="*/ 437899 h 890143"/>
                <a:gd name="csX0" fmla="*/ 0 w 883920"/>
                <a:gd name="csY0" fmla="*/ 431177 h 870752"/>
                <a:gd name="csX1" fmla="*/ 280416 w 883920"/>
                <a:gd name="csY1" fmla="*/ 437273 h 870752"/>
                <a:gd name="csX2" fmla="*/ 365379 w 883920"/>
                <a:gd name="csY2" fmla="*/ 7886 h 870752"/>
                <a:gd name="csX3" fmla="*/ 483489 w 883920"/>
                <a:gd name="csY3" fmla="*/ 863231 h 870752"/>
                <a:gd name="csX4" fmla="*/ 621792 w 883920"/>
                <a:gd name="csY4" fmla="*/ 425081 h 870752"/>
                <a:gd name="csX5" fmla="*/ 883920 w 883920"/>
                <a:gd name="csY5" fmla="*/ 437273 h 8707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883920" h="870752">
                  <a:moveTo>
                    <a:pt x="0" y="431177"/>
                  </a:moveTo>
                  <a:cubicBezTo>
                    <a:pt x="110236" y="470293"/>
                    <a:pt x="219520" y="507821"/>
                    <a:pt x="280416" y="437273"/>
                  </a:cubicBezTo>
                  <a:cubicBezTo>
                    <a:pt x="341312" y="366725"/>
                    <a:pt x="331534" y="-63107"/>
                    <a:pt x="365379" y="7886"/>
                  </a:cubicBezTo>
                  <a:cubicBezTo>
                    <a:pt x="399224" y="78879"/>
                    <a:pt x="440754" y="793699"/>
                    <a:pt x="483489" y="863231"/>
                  </a:cubicBezTo>
                  <a:cubicBezTo>
                    <a:pt x="526224" y="932763"/>
                    <a:pt x="554736" y="499249"/>
                    <a:pt x="621792" y="425081"/>
                  </a:cubicBezTo>
                  <a:cubicBezTo>
                    <a:pt x="688848" y="350913"/>
                    <a:pt x="803656" y="410857"/>
                    <a:pt x="883920" y="437273"/>
                  </a:cubicBezTo>
                </a:path>
              </a:pathLst>
            </a:cu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2" name="组合 141">
            <a:extLst>
              <a:ext uri="{FF2B5EF4-FFF2-40B4-BE49-F238E27FC236}">
                <a16:creationId xmlns:a16="http://schemas.microsoft.com/office/drawing/2014/main" id="{C20AD77A-A7D9-0F2A-3545-6FB78E2CF0A7}"/>
              </a:ext>
            </a:extLst>
          </p:cNvPr>
          <p:cNvGrpSpPr/>
          <p:nvPr/>
        </p:nvGrpSpPr>
        <p:grpSpPr>
          <a:xfrm>
            <a:off x="5101919" y="7355630"/>
            <a:ext cx="188361" cy="188361"/>
            <a:chOff x="323088" y="552736"/>
            <a:chExt cx="890016" cy="890016"/>
          </a:xfrm>
        </p:grpSpPr>
        <p:sp>
          <p:nvSpPr>
            <p:cNvPr id="143" name="椭圆 142">
              <a:extLst>
                <a:ext uri="{FF2B5EF4-FFF2-40B4-BE49-F238E27FC236}">
                  <a16:creationId xmlns:a16="http://schemas.microsoft.com/office/drawing/2014/main" id="{1C688F52-FDD6-B911-63FE-25558F865B5B}"/>
                </a:ext>
              </a:extLst>
            </p:cNvPr>
            <p:cNvSpPr/>
            <p:nvPr/>
          </p:nvSpPr>
          <p:spPr>
            <a:xfrm>
              <a:off x="323088" y="552736"/>
              <a:ext cx="890016" cy="890016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4" name="任意多边形: 形状 143">
              <a:extLst>
                <a:ext uri="{FF2B5EF4-FFF2-40B4-BE49-F238E27FC236}">
                  <a16:creationId xmlns:a16="http://schemas.microsoft.com/office/drawing/2014/main" id="{DEF2E887-6CCE-8183-6B89-7C206AC44443}"/>
                </a:ext>
              </a:extLst>
            </p:cNvPr>
            <p:cNvSpPr/>
            <p:nvPr/>
          </p:nvSpPr>
          <p:spPr>
            <a:xfrm>
              <a:off x="329184" y="562471"/>
              <a:ext cx="883920" cy="870752"/>
            </a:xfrm>
            <a:custGeom>
              <a:avLst/>
              <a:gdLst>
                <a:gd name="csX0" fmla="*/ 0 w 883920"/>
                <a:gd name="csY0" fmla="*/ 441190 h 899824"/>
                <a:gd name="csX1" fmla="*/ 280416 w 883920"/>
                <a:gd name="csY1" fmla="*/ 447286 h 899824"/>
                <a:gd name="csX2" fmla="*/ 359664 w 883920"/>
                <a:gd name="csY2" fmla="*/ 8374 h 899824"/>
                <a:gd name="csX3" fmla="*/ 481584 w 883920"/>
                <a:gd name="csY3" fmla="*/ 892294 h 899824"/>
                <a:gd name="csX4" fmla="*/ 621792 w 883920"/>
                <a:gd name="csY4" fmla="*/ 435094 h 899824"/>
                <a:gd name="csX5" fmla="*/ 883920 w 883920"/>
                <a:gd name="csY5" fmla="*/ 447286 h 899824"/>
                <a:gd name="csX0" fmla="*/ 0 w 883920"/>
                <a:gd name="csY0" fmla="*/ 431803 h 890143"/>
                <a:gd name="csX1" fmla="*/ 280416 w 883920"/>
                <a:gd name="csY1" fmla="*/ 437899 h 890143"/>
                <a:gd name="csX2" fmla="*/ 365379 w 883920"/>
                <a:gd name="csY2" fmla="*/ 8512 h 890143"/>
                <a:gd name="csX3" fmla="*/ 481584 w 883920"/>
                <a:gd name="csY3" fmla="*/ 882907 h 890143"/>
                <a:gd name="csX4" fmla="*/ 621792 w 883920"/>
                <a:gd name="csY4" fmla="*/ 425707 h 890143"/>
                <a:gd name="csX5" fmla="*/ 883920 w 883920"/>
                <a:gd name="csY5" fmla="*/ 437899 h 890143"/>
                <a:gd name="csX0" fmla="*/ 0 w 883920"/>
                <a:gd name="csY0" fmla="*/ 431177 h 870752"/>
                <a:gd name="csX1" fmla="*/ 280416 w 883920"/>
                <a:gd name="csY1" fmla="*/ 437273 h 870752"/>
                <a:gd name="csX2" fmla="*/ 365379 w 883920"/>
                <a:gd name="csY2" fmla="*/ 7886 h 870752"/>
                <a:gd name="csX3" fmla="*/ 483489 w 883920"/>
                <a:gd name="csY3" fmla="*/ 863231 h 870752"/>
                <a:gd name="csX4" fmla="*/ 621792 w 883920"/>
                <a:gd name="csY4" fmla="*/ 425081 h 870752"/>
                <a:gd name="csX5" fmla="*/ 883920 w 883920"/>
                <a:gd name="csY5" fmla="*/ 437273 h 8707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883920" h="870752">
                  <a:moveTo>
                    <a:pt x="0" y="431177"/>
                  </a:moveTo>
                  <a:cubicBezTo>
                    <a:pt x="110236" y="470293"/>
                    <a:pt x="219520" y="507821"/>
                    <a:pt x="280416" y="437273"/>
                  </a:cubicBezTo>
                  <a:cubicBezTo>
                    <a:pt x="341312" y="366725"/>
                    <a:pt x="331534" y="-63107"/>
                    <a:pt x="365379" y="7886"/>
                  </a:cubicBezTo>
                  <a:cubicBezTo>
                    <a:pt x="399224" y="78879"/>
                    <a:pt x="440754" y="793699"/>
                    <a:pt x="483489" y="863231"/>
                  </a:cubicBezTo>
                  <a:cubicBezTo>
                    <a:pt x="526224" y="932763"/>
                    <a:pt x="554736" y="499249"/>
                    <a:pt x="621792" y="425081"/>
                  </a:cubicBezTo>
                  <a:cubicBezTo>
                    <a:pt x="688848" y="350913"/>
                    <a:pt x="803656" y="410857"/>
                    <a:pt x="883920" y="437273"/>
                  </a:cubicBezTo>
                </a:path>
              </a:pathLst>
            </a:cu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5" name="组合 144">
            <a:extLst>
              <a:ext uri="{FF2B5EF4-FFF2-40B4-BE49-F238E27FC236}">
                <a16:creationId xmlns:a16="http://schemas.microsoft.com/office/drawing/2014/main" id="{68E86ABC-8800-AB39-A1AD-5D14F9CE7E72}"/>
              </a:ext>
            </a:extLst>
          </p:cNvPr>
          <p:cNvGrpSpPr/>
          <p:nvPr/>
        </p:nvGrpSpPr>
        <p:grpSpPr>
          <a:xfrm>
            <a:off x="5745699" y="7355630"/>
            <a:ext cx="188361" cy="188361"/>
            <a:chOff x="323088" y="552736"/>
            <a:chExt cx="890016" cy="890016"/>
          </a:xfrm>
        </p:grpSpPr>
        <p:sp>
          <p:nvSpPr>
            <p:cNvPr id="146" name="椭圆 145">
              <a:extLst>
                <a:ext uri="{FF2B5EF4-FFF2-40B4-BE49-F238E27FC236}">
                  <a16:creationId xmlns:a16="http://schemas.microsoft.com/office/drawing/2014/main" id="{781A5805-4FB7-A6F3-921E-51C02DA653C7}"/>
                </a:ext>
              </a:extLst>
            </p:cNvPr>
            <p:cNvSpPr/>
            <p:nvPr/>
          </p:nvSpPr>
          <p:spPr>
            <a:xfrm>
              <a:off x="323088" y="552736"/>
              <a:ext cx="890016" cy="890016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7" name="任意多边形: 形状 146">
              <a:extLst>
                <a:ext uri="{FF2B5EF4-FFF2-40B4-BE49-F238E27FC236}">
                  <a16:creationId xmlns:a16="http://schemas.microsoft.com/office/drawing/2014/main" id="{42E3F025-F3B3-B7FD-46D3-1F79A68A4285}"/>
                </a:ext>
              </a:extLst>
            </p:cNvPr>
            <p:cNvSpPr/>
            <p:nvPr/>
          </p:nvSpPr>
          <p:spPr>
            <a:xfrm>
              <a:off x="329184" y="562471"/>
              <a:ext cx="883920" cy="870752"/>
            </a:xfrm>
            <a:custGeom>
              <a:avLst/>
              <a:gdLst>
                <a:gd name="csX0" fmla="*/ 0 w 883920"/>
                <a:gd name="csY0" fmla="*/ 441190 h 899824"/>
                <a:gd name="csX1" fmla="*/ 280416 w 883920"/>
                <a:gd name="csY1" fmla="*/ 447286 h 899824"/>
                <a:gd name="csX2" fmla="*/ 359664 w 883920"/>
                <a:gd name="csY2" fmla="*/ 8374 h 899824"/>
                <a:gd name="csX3" fmla="*/ 481584 w 883920"/>
                <a:gd name="csY3" fmla="*/ 892294 h 899824"/>
                <a:gd name="csX4" fmla="*/ 621792 w 883920"/>
                <a:gd name="csY4" fmla="*/ 435094 h 899824"/>
                <a:gd name="csX5" fmla="*/ 883920 w 883920"/>
                <a:gd name="csY5" fmla="*/ 447286 h 899824"/>
                <a:gd name="csX0" fmla="*/ 0 w 883920"/>
                <a:gd name="csY0" fmla="*/ 431803 h 890143"/>
                <a:gd name="csX1" fmla="*/ 280416 w 883920"/>
                <a:gd name="csY1" fmla="*/ 437899 h 890143"/>
                <a:gd name="csX2" fmla="*/ 365379 w 883920"/>
                <a:gd name="csY2" fmla="*/ 8512 h 890143"/>
                <a:gd name="csX3" fmla="*/ 481584 w 883920"/>
                <a:gd name="csY3" fmla="*/ 882907 h 890143"/>
                <a:gd name="csX4" fmla="*/ 621792 w 883920"/>
                <a:gd name="csY4" fmla="*/ 425707 h 890143"/>
                <a:gd name="csX5" fmla="*/ 883920 w 883920"/>
                <a:gd name="csY5" fmla="*/ 437899 h 890143"/>
                <a:gd name="csX0" fmla="*/ 0 w 883920"/>
                <a:gd name="csY0" fmla="*/ 431177 h 870752"/>
                <a:gd name="csX1" fmla="*/ 280416 w 883920"/>
                <a:gd name="csY1" fmla="*/ 437273 h 870752"/>
                <a:gd name="csX2" fmla="*/ 365379 w 883920"/>
                <a:gd name="csY2" fmla="*/ 7886 h 870752"/>
                <a:gd name="csX3" fmla="*/ 483489 w 883920"/>
                <a:gd name="csY3" fmla="*/ 863231 h 870752"/>
                <a:gd name="csX4" fmla="*/ 621792 w 883920"/>
                <a:gd name="csY4" fmla="*/ 425081 h 870752"/>
                <a:gd name="csX5" fmla="*/ 883920 w 883920"/>
                <a:gd name="csY5" fmla="*/ 437273 h 8707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883920" h="870752">
                  <a:moveTo>
                    <a:pt x="0" y="431177"/>
                  </a:moveTo>
                  <a:cubicBezTo>
                    <a:pt x="110236" y="470293"/>
                    <a:pt x="219520" y="507821"/>
                    <a:pt x="280416" y="437273"/>
                  </a:cubicBezTo>
                  <a:cubicBezTo>
                    <a:pt x="341312" y="366725"/>
                    <a:pt x="331534" y="-63107"/>
                    <a:pt x="365379" y="7886"/>
                  </a:cubicBezTo>
                  <a:cubicBezTo>
                    <a:pt x="399224" y="78879"/>
                    <a:pt x="440754" y="793699"/>
                    <a:pt x="483489" y="863231"/>
                  </a:cubicBezTo>
                  <a:cubicBezTo>
                    <a:pt x="526224" y="932763"/>
                    <a:pt x="554736" y="499249"/>
                    <a:pt x="621792" y="425081"/>
                  </a:cubicBezTo>
                  <a:cubicBezTo>
                    <a:pt x="688848" y="350913"/>
                    <a:pt x="803656" y="410857"/>
                    <a:pt x="883920" y="437273"/>
                  </a:cubicBezTo>
                </a:path>
              </a:pathLst>
            </a:cu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8" name="组合 147">
            <a:extLst>
              <a:ext uri="{FF2B5EF4-FFF2-40B4-BE49-F238E27FC236}">
                <a16:creationId xmlns:a16="http://schemas.microsoft.com/office/drawing/2014/main" id="{F3657597-3B47-3A8B-A027-4B42BF7AC783}"/>
              </a:ext>
            </a:extLst>
          </p:cNvPr>
          <p:cNvGrpSpPr/>
          <p:nvPr/>
        </p:nvGrpSpPr>
        <p:grpSpPr>
          <a:xfrm>
            <a:off x="5446306" y="7358433"/>
            <a:ext cx="182754" cy="182754"/>
            <a:chOff x="4497131" y="4349750"/>
            <a:chExt cx="144241" cy="144241"/>
          </a:xfrm>
        </p:grpSpPr>
        <p:sp>
          <p:nvSpPr>
            <p:cNvPr id="149" name="椭圆 148">
              <a:extLst>
                <a:ext uri="{FF2B5EF4-FFF2-40B4-BE49-F238E27FC236}">
                  <a16:creationId xmlns:a16="http://schemas.microsoft.com/office/drawing/2014/main" id="{C5792409-016F-4B9F-2A34-0FF8727F1751}"/>
                </a:ext>
              </a:extLst>
            </p:cNvPr>
            <p:cNvSpPr/>
            <p:nvPr/>
          </p:nvSpPr>
          <p:spPr>
            <a:xfrm>
              <a:off x="4497131" y="4349750"/>
              <a:ext cx="144241" cy="144241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900" dirty="0">
                <a:solidFill>
                  <a:schemeClr val="tx1"/>
                </a:solidFill>
              </a:endParaRPr>
            </a:p>
          </p:txBody>
        </p:sp>
        <p:cxnSp>
          <p:nvCxnSpPr>
            <p:cNvPr id="150" name="直接连接符 149">
              <a:extLst>
                <a:ext uri="{FF2B5EF4-FFF2-40B4-BE49-F238E27FC236}">
                  <a16:creationId xmlns:a16="http://schemas.microsoft.com/office/drawing/2014/main" id="{EEC3EE94-BCB9-4B8E-A851-2F05E1DC1147}"/>
                </a:ext>
              </a:extLst>
            </p:cNvPr>
            <p:cNvCxnSpPr>
              <a:stCxn id="149" idx="2"/>
              <a:endCxn id="149" idx="6"/>
            </p:cNvCxnSpPr>
            <p:nvPr/>
          </p:nvCxnSpPr>
          <p:spPr>
            <a:xfrm>
              <a:off x="4497131" y="4421871"/>
              <a:ext cx="14424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1" name="矩形: 圆角 150">
            <a:extLst>
              <a:ext uri="{FF2B5EF4-FFF2-40B4-BE49-F238E27FC236}">
                <a16:creationId xmlns:a16="http://schemas.microsoft.com/office/drawing/2014/main" id="{3CDF8986-B1E9-D330-448B-188DCAA813B9}"/>
              </a:ext>
            </a:extLst>
          </p:cNvPr>
          <p:cNvSpPr/>
          <p:nvPr/>
        </p:nvSpPr>
        <p:spPr>
          <a:xfrm>
            <a:off x="5946950" y="7223380"/>
            <a:ext cx="180000" cy="452861"/>
          </a:xfrm>
          <a:prstGeom prst="roundRect">
            <a:avLst>
              <a:gd name="adj" fmla="val 15376"/>
            </a:avLst>
          </a:prstGeom>
          <a:solidFill>
            <a:srgbClr val="DAE2F5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2" name="矩形: 圆角 151">
            <a:extLst>
              <a:ext uri="{FF2B5EF4-FFF2-40B4-BE49-F238E27FC236}">
                <a16:creationId xmlns:a16="http://schemas.microsoft.com/office/drawing/2014/main" id="{8C1453FA-3D19-5748-30DD-F5D6FF75306F}"/>
              </a:ext>
            </a:extLst>
          </p:cNvPr>
          <p:cNvSpPr/>
          <p:nvPr/>
        </p:nvSpPr>
        <p:spPr>
          <a:xfrm>
            <a:off x="6126950" y="7223380"/>
            <a:ext cx="180000" cy="452861"/>
          </a:xfrm>
          <a:prstGeom prst="roundRect">
            <a:avLst>
              <a:gd name="adj" fmla="val 15376"/>
            </a:avLst>
          </a:prstGeom>
          <a:solidFill>
            <a:srgbClr val="F1F1F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3" name="组合 152">
            <a:extLst>
              <a:ext uri="{FF2B5EF4-FFF2-40B4-BE49-F238E27FC236}">
                <a16:creationId xmlns:a16="http://schemas.microsoft.com/office/drawing/2014/main" id="{758A51FD-9A78-42CF-C17B-14E41F52B825}"/>
              </a:ext>
            </a:extLst>
          </p:cNvPr>
          <p:cNvGrpSpPr/>
          <p:nvPr/>
        </p:nvGrpSpPr>
        <p:grpSpPr>
          <a:xfrm>
            <a:off x="6414829" y="7359810"/>
            <a:ext cx="180000" cy="180000"/>
            <a:chOff x="4783150" y="4719084"/>
            <a:chExt cx="144241" cy="144241"/>
          </a:xfrm>
        </p:grpSpPr>
        <p:sp>
          <p:nvSpPr>
            <p:cNvPr id="154" name="椭圆 153">
              <a:extLst>
                <a:ext uri="{FF2B5EF4-FFF2-40B4-BE49-F238E27FC236}">
                  <a16:creationId xmlns:a16="http://schemas.microsoft.com/office/drawing/2014/main" id="{19C50878-69F8-1D74-7584-7196037DA2B7}"/>
                </a:ext>
              </a:extLst>
            </p:cNvPr>
            <p:cNvSpPr/>
            <p:nvPr/>
          </p:nvSpPr>
          <p:spPr>
            <a:xfrm>
              <a:off x="4783150" y="4719084"/>
              <a:ext cx="144241" cy="144241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900" dirty="0">
                <a:solidFill>
                  <a:schemeClr val="tx1"/>
                </a:solidFill>
              </a:endParaRPr>
            </a:p>
          </p:txBody>
        </p:sp>
        <p:cxnSp>
          <p:nvCxnSpPr>
            <p:cNvPr id="155" name="直接连接符 154">
              <a:extLst>
                <a:ext uri="{FF2B5EF4-FFF2-40B4-BE49-F238E27FC236}">
                  <a16:creationId xmlns:a16="http://schemas.microsoft.com/office/drawing/2014/main" id="{E5EA569A-7E8B-6037-9E12-5997119A91CD}"/>
                </a:ext>
              </a:extLst>
            </p:cNvPr>
            <p:cNvCxnSpPr>
              <a:stCxn id="154" idx="2"/>
              <a:endCxn id="154" idx="6"/>
            </p:cNvCxnSpPr>
            <p:nvPr/>
          </p:nvCxnSpPr>
          <p:spPr>
            <a:xfrm>
              <a:off x="4783150" y="4791205"/>
              <a:ext cx="14424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直接连接符 155">
              <a:extLst>
                <a:ext uri="{FF2B5EF4-FFF2-40B4-BE49-F238E27FC236}">
                  <a16:creationId xmlns:a16="http://schemas.microsoft.com/office/drawing/2014/main" id="{3AFA510C-1442-6BCD-8AAC-FDB2CD689F2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783150" y="4791205"/>
              <a:ext cx="14424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1" name="矩形: 圆角 170">
            <a:extLst>
              <a:ext uri="{FF2B5EF4-FFF2-40B4-BE49-F238E27FC236}">
                <a16:creationId xmlns:a16="http://schemas.microsoft.com/office/drawing/2014/main" id="{449FCD59-1C04-F725-5EBB-A5AB5BAD080F}"/>
              </a:ext>
            </a:extLst>
          </p:cNvPr>
          <p:cNvSpPr/>
          <p:nvPr/>
        </p:nvSpPr>
        <p:spPr>
          <a:xfrm>
            <a:off x="5408841" y="5746389"/>
            <a:ext cx="1318942" cy="949971"/>
          </a:xfrm>
          <a:prstGeom prst="roundRect">
            <a:avLst>
              <a:gd name="adj" fmla="val 4940"/>
            </a:avLst>
          </a:prstGeom>
          <a:solidFill>
            <a:srgbClr val="D3F4F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7" name="矩形: 圆角 156">
            <a:extLst>
              <a:ext uri="{FF2B5EF4-FFF2-40B4-BE49-F238E27FC236}">
                <a16:creationId xmlns:a16="http://schemas.microsoft.com/office/drawing/2014/main" id="{3EB8078B-7C59-F3FE-E4EB-771315C6C90A}"/>
              </a:ext>
            </a:extLst>
          </p:cNvPr>
          <p:cNvSpPr/>
          <p:nvPr/>
        </p:nvSpPr>
        <p:spPr>
          <a:xfrm>
            <a:off x="5439196" y="5966108"/>
            <a:ext cx="188976" cy="600236"/>
          </a:xfrm>
          <a:prstGeom prst="roundRect">
            <a:avLst>
              <a:gd name="adj" fmla="val 18932"/>
            </a:avLst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8" name="六边形 157">
            <a:extLst>
              <a:ext uri="{FF2B5EF4-FFF2-40B4-BE49-F238E27FC236}">
                <a16:creationId xmlns:a16="http://schemas.microsoft.com/office/drawing/2014/main" id="{5405221B-0FBE-C3FB-0D56-23E1FFEA6BA4}"/>
              </a:ext>
            </a:extLst>
          </p:cNvPr>
          <p:cNvSpPr/>
          <p:nvPr/>
        </p:nvSpPr>
        <p:spPr>
          <a:xfrm>
            <a:off x="5470423" y="6039690"/>
            <a:ext cx="132588" cy="114300"/>
          </a:xfrm>
          <a:prstGeom prst="hexagon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9" name="六边形 158">
            <a:extLst>
              <a:ext uri="{FF2B5EF4-FFF2-40B4-BE49-F238E27FC236}">
                <a16:creationId xmlns:a16="http://schemas.microsoft.com/office/drawing/2014/main" id="{22C83A1F-ABAD-8E1D-AEE5-BEAE49887F10}"/>
              </a:ext>
            </a:extLst>
          </p:cNvPr>
          <p:cNvSpPr/>
          <p:nvPr/>
        </p:nvSpPr>
        <p:spPr>
          <a:xfrm>
            <a:off x="5470423" y="6385464"/>
            <a:ext cx="132588" cy="114300"/>
          </a:xfrm>
          <a:prstGeom prst="hexagon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0" name="六边形 159">
            <a:extLst>
              <a:ext uri="{FF2B5EF4-FFF2-40B4-BE49-F238E27FC236}">
                <a16:creationId xmlns:a16="http://schemas.microsoft.com/office/drawing/2014/main" id="{C76743D3-B8DD-D99D-D69F-A331332FE386}"/>
              </a:ext>
            </a:extLst>
          </p:cNvPr>
          <p:cNvSpPr/>
          <p:nvPr/>
        </p:nvSpPr>
        <p:spPr>
          <a:xfrm>
            <a:off x="5470423" y="6212577"/>
            <a:ext cx="132588" cy="114300"/>
          </a:xfrm>
          <a:prstGeom prst="hexagon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1" name="矩形: 圆角 160">
            <a:extLst>
              <a:ext uri="{FF2B5EF4-FFF2-40B4-BE49-F238E27FC236}">
                <a16:creationId xmlns:a16="http://schemas.microsoft.com/office/drawing/2014/main" id="{6EBBB5C5-5D0B-BB6C-7A2C-9F8110BED6F3}"/>
              </a:ext>
            </a:extLst>
          </p:cNvPr>
          <p:cNvSpPr/>
          <p:nvPr/>
        </p:nvSpPr>
        <p:spPr>
          <a:xfrm>
            <a:off x="5875447" y="6038806"/>
            <a:ext cx="144000" cy="452861"/>
          </a:xfrm>
          <a:prstGeom prst="roundRect">
            <a:avLst>
              <a:gd name="adj" fmla="val 15376"/>
            </a:avLst>
          </a:prstGeom>
          <a:solidFill>
            <a:srgbClr val="DAE2F5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2" name="矩形: 圆角 161">
            <a:extLst>
              <a:ext uri="{FF2B5EF4-FFF2-40B4-BE49-F238E27FC236}">
                <a16:creationId xmlns:a16="http://schemas.microsoft.com/office/drawing/2014/main" id="{9CCD0788-4DE7-2D5F-1980-95DA625DAC2E}"/>
              </a:ext>
            </a:extLst>
          </p:cNvPr>
          <p:cNvSpPr/>
          <p:nvPr/>
        </p:nvSpPr>
        <p:spPr>
          <a:xfrm>
            <a:off x="6019447" y="6038806"/>
            <a:ext cx="144000" cy="452861"/>
          </a:xfrm>
          <a:prstGeom prst="roundRect">
            <a:avLst>
              <a:gd name="adj" fmla="val 15376"/>
            </a:avLst>
          </a:prstGeom>
          <a:solidFill>
            <a:srgbClr val="F1F1F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3" name="矩形: 圆角 162">
            <a:extLst>
              <a:ext uri="{FF2B5EF4-FFF2-40B4-BE49-F238E27FC236}">
                <a16:creationId xmlns:a16="http://schemas.microsoft.com/office/drawing/2014/main" id="{EE4A5F94-B679-2695-F76A-A54F8BCFE556}"/>
              </a:ext>
            </a:extLst>
          </p:cNvPr>
          <p:cNvSpPr/>
          <p:nvPr/>
        </p:nvSpPr>
        <p:spPr>
          <a:xfrm>
            <a:off x="6384248" y="6040384"/>
            <a:ext cx="144000" cy="452861"/>
          </a:xfrm>
          <a:prstGeom prst="roundRect">
            <a:avLst>
              <a:gd name="adj" fmla="val 15376"/>
            </a:avLst>
          </a:prstGeom>
          <a:solidFill>
            <a:srgbClr val="DAE2F5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4" name="矩形: 圆角 163">
            <a:extLst>
              <a:ext uri="{FF2B5EF4-FFF2-40B4-BE49-F238E27FC236}">
                <a16:creationId xmlns:a16="http://schemas.microsoft.com/office/drawing/2014/main" id="{73EA7C12-7532-3B19-83F6-C143651EEA30}"/>
              </a:ext>
            </a:extLst>
          </p:cNvPr>
          <p:cNvSpPr/>
          <p:nvPr/>
        </p:nvSpPr>
        <p:spPr>
          <a:xfrm>
            <a:off x="6528248" y="6040384"/>
            <a:ext cx="144000" cy="452861"/>
          </a:xfrm>
          <a:prstGeom prst="roundRect">
            <a:avLst>
              <a:gd name="adj" fmla="val 15376"/>
            </a:avLst>
          </a:prstGeom>
          <a:solidFill>
            <a:srgbClr val="F1F1F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5" name="组合 164">
            <a:extLst>
              <a:ext uri="{FF2B5EF4-FFF2-40B4-BE49-F238E27FC236}">
                <a16:creationId xmlns:a16="http://schemas.microsoft.com/office/drawing/2014/main" id="{2ECAADA8-6EFD-BCE7-463E-259E48550D36}"/>
              </a:ext>
            </a:extLst>
          </p:cNvPr>
          <p:cNvGrpSpPr/>
          <p:nvPr/>
        </p:nvGrpSpPr>
        <p:grpSpPr>
          <a:xfrm>
            <a:off x="5714122" y="6199332"/>
            <a:ext cx="144001" cy="144001"/>
            <a:chOff x="323088" y="552736"/>
            <a:chExt cx="890016" cy="890016"/>
          </a:xfrm>
        </p:grpSpPr>
        <p:sp>
          <p:nvSpPr>
            <p:cNvPr id="166" name="椭圆 165">
              <a:extLst>
                <a:ext uri="{FF2B5EF4-FFF2-40B4-BE49-F238E27FC236}">
                  <a16:creationId xmlns:a16="http://schemas.microsoft.com/office/drawing/2014/main" id="{1647822B-F3DE-6525-1378-6B9FC9ABF36B}"/>
                </a:ext>
              </a:extLst>
            </p:cNvPr>
            <p:cNvSpPr/>
            <p:nvPr/>
          </p:nvSpPr>
          <p:spPr>
            <a:xfrm>
              <a:off x="323088" y="552736"/>
              <a:ext cx="890016" cy="890016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7" name="任意多边形: 形状 166">
              <a:extLst>
                <a:ext uri="{FF2B5EF4-FFF2-40B4-BE49-F238E27FC236}">
                  <a16:creationId xmlns:a16="http://schemas.microsoft.com/office/drawing/2014/main" id="{1CDAE831-660E-15F7-687A-8CC8C628A167}"/>
                </a:ext>
              </a:extLst>
            </p:cNvPr>
            <p:cNvSpPr/>
            <p:nvPr/>
          </p:nvSpPr>
          <p:spPr>
            <a:xfrm>
              <a:off x="329184" y="562471"/>
              <a:ext cx="883920" cy="870752"/>
            </a:xfrm>
            <a:custGeom>
              <a:avLst/>
              <a:gdLst>
                <a:gd name="csX0" fmla="*/ 0 w 883920"/>
                <a:gd name="csY0" fmla="*/ 441190 h 899824"/>
                <a:gd name="csX1" fmla="*/ 280416 w 883920"/>
                <a:gd name="csY1" fmla="*/ 447286 h 899824"/>
                <a:gd name="csX2" fmla="*/ 359664 w 883920"/>
                <a:gd name="csY2" fmla="*/ 8374 h 899824"/>
                <a:gd name="csX3" fmla="*/ 481584 w 883920"/>
                <a:gd name="csY3" fmla="*/ 892294 h 899824"/>
                <a:gd name="csX4" fmla="*/ 621792 w 883920"/>
                <a:gd name="csY4" fmla="*/ 435094 h 899824"/>
                <a:gd name="csX5" fmla="*/ 883920 w 883920"/>
                <a:gd name="csY5" fmla="*/ 447286 h 899824"/>
                <a:gd name="csX0" fmla="*/ 0 w 883920"/>
                <a:gd name="csY0" fmla="*/ 431803 h 890143"/>
                <a:gd name="csX1" fmla="*/ 280416 w 883920"/>
                <a:gd name="csY1" fmla="*/ 437899 h 890143"/>
                <a:gd name="csX2" fmla="*/ 365379 w 883920"/>
                <a:gd name="csY2" fmla="*/ 8512 h 890143"/>
                <a:gd name="csX3" fmla="*/ 481584 w 883920"/>
                <a:gd name="csY3" fmla="*/ 882907 h 890143"/>
                <a:gd name="csX4" fmla="*/ 621792 w 883920"/>
                <a:gd name="csY4" fmla="*/ 425707 h 890143"/>
                <a:gd name="csX5" fmla="*/ 883920 w 883920"/>
                <a:gd name="csY5" fmla="*/ 437899 h 890143"/>
                <a:gd name="csX0" fmla="*/ 0 w 883920"/>
                <a:gd name="csY0" fmla="*/ 431177 h 870752"/>
                <a:gd name="csX1" fmla="*/ 280416 w 883920"/>
                <a:gd name="csY1" fmla="*/ 437273 h 870752"/>
                <a:gd name="csX2" fmla="*/ 365379 w 883920"/>
                <a:gd name="csY2" fmla="*/ 7886 h 870752"/>
                <a:gd name="csX3" fmla="*/ 483489 w 883920"/>
                <a:gd name="csY3" fmla="*/ 863231 h 870752"/>
                <a:gd name="csX4" fmla="*/ 621792 w 883920"/>
                <a:gd name="csY4" fmla="*/ 425081 h 870752"/>
                <a:gd name="csX5" fmla="*/ 883920 w 883920"/>
                <a:gd name="csY5" fmla="*/ 437273 h 8707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883920" h="870752">
                  <a:moveTo>
                    <a:pt x="0" y="431177"/>
                  </a:moveTo>
                  <a:cubicBezTo>
                    <a:pt x="110236" y="470293"/>
                    <a:pt x="219520" y="507821"/>
                    <a:pt x="280416" y="437273"/>
                  </a:cubicBezTo>
                  <a:cubicBezTo>
                    <a:pt x="341312" y="366725"/>
                    <a:pt x="331534" y="-63107"/>
                    <a:pt x="365379" y="7886"/>
                  </a:cubicBezTo>
                  <a:cubicBezTo>
                    <a:pt x="399224" y="78879"/>
                    <a:pt x="440754" y="793699"/>
                    <a:pt x="483489" y="863231"/>
                  </a:cubicBezTo>
                  <a:cubicBezTo>
                    <a:pt x="526224" y="932763"/>
                    <a:pt x="554736" y="499249"/>
                    <a:pt x="621792" y="425081"/>
                  </a:cubicBezTo>
                  <a:cubicBezTo>
                    <a:pt x="688848" y="350913"/>
                    <a:pt x="803656" y="410857"/>
                    <a:pt x="883920" y="437273"/>
                  </a:cubicBezTo>
                </a:path>
              </a:pathLst>
            </a:cu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8" name="组合 167">
            <a:extLst>
              <a:ext uri="{FF2B5EF4-FFF2-40B4-BE49-F238E27FC236}">
                <a16:creationId xmlns:a16="http://schemas.microsoft.com/office/drawing/2014/main" id="{74A546C6-1228-692F-D740-53E824BD09F3}"/>
              </a:ext>
            </a:extLst>
          </p:cNvPr>
          <p:cNvGrpSpPr/>
          <p:nvPr/>
        </p:nvGrpSpPr>
        <p:grpSpPr>
          <a:xfrm>
            <a:off x="6243292" y="6191339"/>
            <a:ext cx="144001" cy="144001"/>
            <a:chOff x="323088" y="552736"/>
            <a:chExt cx="890016" cy="890016"/>
          </a:xfrm>
        </p:grpSpPr>
        <p:sp>
          <p:nvSpPr>
            <p:cNvPr id="169" name="椭圆 168">
              <a:extLst>
                <a:ext uri="{FF2B5EF4-FFF2-40B4-BE49-F238E27FC236}">
                  <a16:creationId xmlns:a16="http://schemas.microsoft.com/office/drawing/2014/main" id="{1563DCCC-9070-EA7E-ED20-649743590E8B}"/>
                </a:ext>
              </a:extLst>
            </p:cNvPr>
            <p:cNvSpPr/>
            <p:nvPr/>
          </p:nvSpPr>
          <p:spPr>
            <a:xfrm>
              <a:off x="323088" y="552736"/>
              <a:ext cx="890016" cy="890016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0" name="任意多边形: 形状 169">
              <a:extLst>
                <a:ext uri="{FF2B5EF4-FFF2-40B4-BE49-F238E27FC236}">
                  <a16:creationId xmlns:a16="http://schemas.microsoft.com/office/drawing/2014/main" id="{6D48BCFF-D624-21E1-53A0-1FF5494B336E}"/>
                </a:ext>
              </a:extLst>
            </p:cNvPr>
            <p:cNvSpPr/>
            <p:nvPr/>
          </p:nvSpPr>
          <p:spPr>
            <a:xfrm>
              <a:off x="329184" y="562471"/>
              <a:ext cx="883920" cy="870752"/>
            </a:xfrm>
            <a:custGeom>
              <a:avLst/>
              <a:gdLst>
                <a:gd name="csX0" fmla="*/ 0 w 883920"/>
                <a:gd name="csY0" fmla="*/ 441190 h 899824"/>
                <a:gd name="csX1" fmla="*/ 280416 w 883920"/>
                <a:gd name="csY1" fmla="*/ 447286 h 899824"/>
                <a:gd name="csX2" fmla="*/ 359664 w 883920"/>
                <a:gd name="csY2" fmla="*/ 8374 h 899824"/>
                <a:gd name="csX3" fmla="*/ 481584 w 883920"/>
                <a:gd name="csY3" fmla="*/ 892294 h 899824"/>
                <a:gd name="csX4" fmla="*/ 621792 w 883920"/>
                <a:gd name="csY4" fmla="*/ 435094 h 899824"/>
                <a:gd name="csX5" fmla="*/ 883920 w 883920"/>
                <a:gd name="csY5" fmla="*/ 447286 h 899824"/>
                <a:gd name="csX0" fmla="*/ 0 w 883920"/>
                <a:gd name="csY0" fmla="*/ 431803 h 890143"/>
                <a:gd name="csX1" fmla="*/ 280416 w 883920"/>
                <a:gd name="csY1" fmla="*/ 437899 h 890143"/>
                <a:gd name="csX2" fmla="*/ 365379 w 883920"/>
                <a:gd name="csY2" fmla="*/ 8512 h 890143"/>
                <a:gd name="csX3" fmla="*/ 481584 w 883920"/>
                <a:gd name="csY3" fmla="*/ 882907 h 890143"/>
                <a:gd name="csX4" fmla="*/ 621792 w 883920"/>
                <a:gd name="csY4" fmla="*/ 425707 h 890143"/>
                <a:gd name="csX5" fmla="*/ 883920 w 883920"/>
                <a:gd name="csY5" fmla="*/ 437899 h 890143"/>
                <a:gd name="csX0" fmla="*/ 0 w 883920"/>
                <a:gd name="csY0" fmla="*/ 431177 h 870752"/>
                <a:gd name="csX1" fmla="*/ 280416 w 883920"/>
                <a:gd name="csY1" fmla="*/ 437273 h 870752"/>
                <a:gd name="csX2" fmla="*/ 365379 w 883920"/>
                <a:gd name="csY2" fmla="*/ 7886 h 870752"/>
                <a:gd name="csX3" fmla="*/ 483489 w 883920"/>
                <a:gd name="csY3" fmla="*/ 863231 h 870752"/>
                <a:gd name="csX4" fmla="*/ 621792 w 883920"/>
                <a:gd name="csY4" fmla="*/ 425081 h 870752"/>
                <a:gd name="csX5" fmla="*/ 883920 w 883920"/>
                <a:gd name="csY5" fmla="*/ 437273 h 8707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883920" h="870752">
                  <a:moveTo>
                    <a:pt x="0" y="431177"/>
                  </a:moveTo>
                  <a:cubicBezTo>
                    <a:pt x="110236" y="470293"/>
                    <a:pt x="219520" y="507821"/>
                    <a:pt x="280416" y="437273"/>
                  </a:cubicBezTo>
                  <a:cubicBezTo>
                    <a:pt x="341312" y="366725"/>
                    <a:pt x="331534" y="-63107"/>
                    <a:pt x="365379" y="7886"/>
                  </a:cubicBezTo>
                  <a:cubicBezTo>
                    <a:pt x="399224" y="78879"/>
                    <a:pt x="440754" y="793699"/>
                    <a:pt x="483489" y="863231"/>
                  </a:cubicBezTo>
                  <a:cubicBezTo>
                    <a:pt x="526224" y="932763"/>
                    <a:pt x="554736" y="499249"/>
                    <a:pt x="621792" y="425081"/>
                  </a:cubicBezTo>
                  <a:cubicBezTo>
                    <a:pt x="688848" y="350913"/>
                    <a:pt x="803656" y="410857"/>
                    <a:pt x="883920" y="437273"/>
                  </a:cubicBezTo>
                </a:path>
              </a:pathLst>
            </a:cu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2" name="椭圆 171">
            <a:extLst>
              <a:ext uri="{FF2B5EF4-FFF2-40B4-BE49-F238E27FC236}">
                <a16:creationId xmlns:a16="http://schemas.microsoft.com/office/drawing/2014/main" id="{54FDC629-E750-384E-3DA9-0D19CF39C9FD}"/>
              </a:ext>
            </a:extLst>
          </p:cNvPr>
          <p:cNvSpPr/>
          <p:nvPr/>
        </p:nvSpPr>
        <p:spPr>
          <a:xfrm>
            <a:off x="5533684" y="4694144"/>
            <a:ext cx="144000" cy="144000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74" name="文本框 173">
            <a:extLst>
              <a:ext uri="{FF2B5EF4-FFF2-40B4-BE49-F238E27FC236}">
                <a16:creationId xmlns:a16="http://schemas.microsoft.com/office/drawing/2014/main" id="{EF42CCAA-CD40-AAEE-BC61-F5F7A71CE5F3}"/>
              </a:ext>
            </a:extLst>
          </p:cNvPr>
          <p:cNvSpPr txBox="1"/>
          <p:nvPr/>
        </p:nvSpPr>
        <p:spPr>
          <a:xfrm>
            <a:off x="0" y="8342354"/>
            <a:ext cx="6858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Title:3DSMT: AHYBRIDSPIKING MAMBA-TRANSFORMER FOR POINT CLOUD ANALYSIS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AC98D8EC-3F3E-9FE1-E16F-7DAA187E23D5}"/>
              </a:ext>
            </a:extLst>
          </p:cNvPr>
          <p:cNvCxnSpPr>
            <a:stCxn id="11" idx="1"/>
            <a:endCxn id="11" idx="6"/>
          </p:cNvCxnSpPr>
          <p:nvPr/>
        </p:nvCxnSpPr>
        <p:spPr>
          <a:xfrm>
            <a:off x="1695156" y="4596013"/>
            <a:ext cx="110569" cy="45799"/>
          </a:xfrm>
          <a:prstGeom prst="line">
            <a:avLst/>
          </a:prstGeom>
          <a:ln w="12700">
            <a:solidFill>
              <a:srgbClr val="D9C8E6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371994A2-6848-3FC8-D5CC-E213664447E3}"/>
              </a:ext>
            </a:extLst>
          </p:cNvPr>
          <p:cNvCxnSpPr>
            <a:cxnSpLocks/>
            <a:stCxn id="11" idx="2"/>
            <a:endCxn id="11" idx="5"/>
          </p:cNvCxnSpPr>
          <p:nvPr/>
        </p:nvCxnSpPr>
        <p:spPr>
          <a:xfrm>
            <a:off x="1676185" y="4641812"/>
            <a:ext cx="110569" cy="45799"/>
          </a:xfrm>
          <a:prstGeom prst="line">
            <a:avLst/>
          </a:prstGeom>
          <a:ln w="12700">
            <a:solidFill>
              <a:srgbClr val="D9C8E6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74045DBE-7E6D-9BA2-0C80-894CD2742A87}"/>
              </a:ext>
            </a:extLst>
          </p:cNvPr>
          <p:cNvCxnSpPr>
            <a:stCxn id="10" idx="1"/>
            <a:endCxn id="10" idx="6"/>
          </p:cNvCxnSpPr>
          <p:nvPr/>
        </p:nvCxnSpPr>
        <p:spPr>
          <a:xfrm>
            <a:off x="1695156" y="4766150"/>
            <a:ext cx="110569" cy="45799"/>
          </a:xfrm>
          <a:prstGeom prst="line">
            <a:avLst/>
          </a:prstGeom>
          <a:ln w="12700">
            <a:solidFill>
              <a:srgbClr val="ADE9E3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43794286-B5A6-EC57-5146-C771459131B8}"/>
              </a:ext>
            </a:extLst>
          </p:cNvPr>
          <p:cNvCxnSpPr>
            <a:stCxn id="10" idx="2"/>
            <a:endCxn id="10" idx="5"/>
          </p:cNvCxnSpPr>
          <p:nvPr/>
        </p:nvCxnSpPr>
        <p:spPr>
          <a:xfrm>
            <a:off x="1676185" y="4811949"/>
            <a:ext cx="110569" cy="45799"/>
          </a:xfrm>
          <a:prstGeom prst="line">
            <a:avLst/>
          </a:prstGeom>
          <a:ln w="12700">
            <a:solidFill>
              <a:srgbClr val="ADE9E3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7EDCAAE0-6B73-06EE-DAC9-14FC9BE59E1C}"/>
              </a:ext>
            </a:extLst>
          </p:cNvPr>
          <p:cNvCxnSpPr>
            <a:stCxn id="12" idx="1"/>
            <a:endCxn id="12" idx="6"/>
          </p:cNvCxnSpPr>
          <p:nvPr/>
        </p:nvCxnSpPr>
        <p:spPr>
          <a:xfrm>
            <a:off x="1695156" y="4936287"/>
            <a:ext cx="110569" cy="45799"/>
          </a:xfrm>
          <a:prstGeom prst="line">
            <a:avLst/>
          </a:prstGeom>
          <a:ln w="12700">
            <a:solidFill>
              <a:srgbClr val="FFAA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直接连接符 172">
            <a:extLst>
              <a:ext uri="{FF2B5EF4-FFF2-40B4-BE49-F238E27FC236}">
                <a16:creationId xmlns:a16="http://schemas.microsoft.com/office/drawing/2014/main" id="{C74FB369-EF8C-D9A5-2178-AED41FB076FE}"/>
              </a:ext>
            </a:extLst>
          </p:cNvPr>
          <p:cNvCxnSpPr>
            <a:stCxn id="12" idx="2"/>
            <a:endCxn id="12" idx="5"/>
          </p:cNvCxnSpPr>
          <p:nvPr/>
        </p:nvCxnSpPr>
        <p:spPr>
          <a:xfrm>
            <a:off x="1676185" y="4982086"/>
            <a:ext cx="110569" cy="45799"/>
          </a:xfrm>
          <a:prstGeom prst="line">
            <a:avLst/>
          </a:prstGeom>
          <a:ln w="12700">
            <a:solidFill>
              <a:srgbClr val="FFAA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直接连接符 175">
            <a:extLst>
              <a:ext uri="{FF2B5EF4-FFF2-40B4-BE49-F238E27FC236}">
                <a16:creationId xmlns:a16="http://schemas.microsoft.com/office/drawing/2014/main" id="{8556698F-BFB2-8A78-822D-0B93DC3A1016}"/>
              </a:ext>
            </a:extLst>
          </p:cNvPr>
          <p:cNvCxnSpPr>
            <a:stCxn id="9" idx="1"/>
            <a:endCxn id="9" idx="6"/>
          </p:cNvCxnSpPr>
          <p:nvPr/>
        </p:nvCxnSpPr>
        <p:spPr>
          <a:xfrm>
            <a:off x="1695156" y="5106424"/>
            <a:ext cx="110569" cy="45799"/>
          </a:xfrm>
          <a:prstGeom prst="line">
            <a:avLst/>
          </a:prstGeom>
          <a:ln w="12700">
            <a:solidFill>
              <a:srgbClr val="A8CE8E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8" name="直接连接符 177">
            <a:extLst>
              <a:ext uri="{FF2B5EF4-FFF2-40B4-BE49-F238E27FC236}">
                <a16:creationId xmlns:a16="http://schemas.microsoft.com/office/drawing/2014/main" id="{A59EA4B1-BACA-43EA-3BDC-8BFA8BAF7A1A}"/>
              </a:ext>
            </a:extLst>
          </p:cNvPr>
          <p:cNvCxnSpPr>
            <a:stCxn id="9" idx="2"/>
            <a:endCxn id="9" idx="5"/>
          </p:cNvCxnSpPr>
          <p:nvPr/>
        </p:nvCxnSpPr>
        <p:spPr>
          <a:xfrm>
            <a:off x="1676185" y="5152223"/>
            <a:ext cx="110569" cy="45799"/>
          </a:xfrm>
          <a:prstGeom prst="line">
            <a:avLst/>
          </a:prstGeom>
          <a:ln w="12700">
            <a:solidFill>
              <a:srgbClr val="A8CE8E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0" name="直接连接符 179">
            <a:extLst>
              <a:ext uri="{FF2B5EF4-FFF2-40B4-BE49-F238E27FC236}">
                <a16:creationId xmlns:a16="http://schemas.microsoft.com/office/drawing/2014/main" id="{128DE3E6-3A22-541B-8475-756B389555F4}"/>
              </a:ext>
            </a:extLst>
          </p:cNvPr>
          <p:cNvCxnSpPr>
            <a:stCxn id="8" idx="1"/>
            <a:endCxn id="8" idx="6"/>
          </p:cNvCxnSpPr>
          <p:nvPr/>
        </p:nvCxnSpPr>
        <p:spPr>
          <a:xfrm>
            <a:off x="1695156" y="5275573"/>
            <a:ext cx="110569" cy="43413"/>
          </a:xfrm>
          <a:prstGeom prst="line">
            <a:avLst/>
          </a:prstGeom>
          <a:ln w="12700">
            <a:solidFill>
              <a:srgbClr val="7AAEE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4" name="直接连接符 183">
            <a:extLst>
              <a:ext uri="{FF2B5EF4-FFF2-40B4-BE49-F238E27FC236}">
                <a16:creationId xmlns:a16="http://schemas.microsoft.com/office/drawing/2014/main" id="{F47FC4F1-E934-C5F5-4806-AD7175F6870E}"/>
              </a:ext>
            </a:extLst>
          </p:cNvPr>
          <p:cNvCxnSpPr>
            <a:stCxn id="8" idx="2"/>
            <a:endCxn id="8" idx="5"/>
          </p:cNvCxnSpPr>
          <p:nvPr/>
        </p:nvCxnSpPr>
        <p:spPr>
          <a:xfrm>
            <a:off x="1676185" y="5318986"/>
            <a:ext cx="110569" cy="43413"/>
          </a:xfrm>
          <a:prstGeom prst="line">
            <a:avLst/>
          </a:prstGeom>
          <a:ln w="12700">
            <a:solidFill>
              <a:srgbClr val="7AAEE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8" name="直接箭头连接符 187">
            <a:extLst>
              <a:ext uri="{FF2B5EF4-FFF2-40B4-BE49-F238E27FC236}">
                <a16:creationId xmlns:a16="http://schemas.microsoft.com/office/drawing/2014/main" id="{76116FB0-DDE7-4804-A165-0C45814B93AD}"/>
              </a:ext>
            </a:extLst>
          </p:cNvPr>
          <p:cNvCxnSpPr/>
          <p:nvPr/>
        </p:nvCxnSpPr>
        <p:spPr>
          <a:xfrm flipV="1">
            <a:off x="462109" y="5676478"/>
            <a:ext cx="0" cy="2816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0" name="直接箭头连接符 189">
            <a:extLst>
              <a:ext uri="{FF2B5EF4-FFF2-40B4-BE49-F238E27FC236}">
                <a16:creationId xmlns:a16="http://schemas.microsoft.com/office/drawing/2014/main" id="{403C63FD-C04C-D4A9-6C7C-ACA273CFB25A}"/>
              </a:ext>
            </a:extLst>
          </p:cNvPr>
          <p:cNvCxnSpPr>
            <a:stCxn id="39" idx="0"/>
            <a:endCxn id="69" idx="4"/>
          </p:cNvCxnSpPr>
          <p:nvPr/>
        </p:nvCxnSpPr>
        <p:spPr>
          <a:xfrm flipV="1">
            <a:off x="462109" y="6435364"/>
            <a:ext cx="1" cy="164467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直接箭头连接符 191">
            <a:extLst>
              <a:ext uri="{FF2B5EF4-FFF2-40B4-BE49-F238E27FC236}">
                <a16:creationId xmlns:a16="http://schemas.microsoft.com/office/drawing/2014/main" id="{4D1F5D60-83B7-1416-922B-F50BC99DA8E3}"/>
              </a:ext>
            </a:extLst>
          </p:cNvPr>
          <p:cNvCxnSpPr>
            <a:stCxn id="59" idx="0"/>
            <a:endCxn id="39" idx="4"/>
          </p:cNvCxnSpPr>
          <p:nvPr/>
        </p:nvCxnSpPr>
        <p:spPr>
          <a:xfrm flipH="1" flipV="1">
            <a:off x="462109" y="6792889"/>
            <a:ext cx="1" cy="189022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连接符: 肘形 193">
            <a:extLst>
              <a:ext uri="{FF2B5EF4-FFF2-40B4-BE49-F238E27FC236}">
                <a16:creationId xmlns:a16="http://schemas.microsoft.com/office/drawing/2014/main" id="{03F42427-006A-C568-C373-4DE606D3DF76}"/>
              </a:ext>
            </a:extLst>
          </p:cNvPr>
          <p:cNvCxnSpPr>
            <a:stCxn id="60" idx="3"/>
            <a:endCxn id="39" idx="6"/>
          </p:cNvCxnSpPr>
          <p:nvPr/>
        </p:nvCxnSpPr>
        <p:spPr>
          <a:xfrm flipH="1" flipV="1">
            <a:off x="558638" y="6696360"/>
            <a:ext cx="112069" cy="492203"/>
          </a:xfrm>
          <a:prstGeom prst="bentConnector3">
            <a:avLst>
              <a:gd name="adj1" fmla="val -70747"/>
            </a:avLst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直接箭头连接符 197">
            <a:extLst>
              <a:ext uri="{FF2B5EF4-FFF2-40B4-BE49-F238E27FC236}">
                <a16:creationId xmlns:a16="http://schemas.microsoft.com/office/drawing/2014/main" id="{E90EA56D-79C6-3774-96FA-0EFFC11B7259}"/>
              </a:ext>
            </a:extLst>
          </p:cNvPr>
          <p:cNvCxnSpPr>
            <a:endCxn id="63" idx="2"/>
          </p:cNvCxnSpPr>
          <p:nvPr/>
        </p:nvCxnSpPr>
        <p:spPr>
          <a:xfrm flipV="1">
            <a:off x="462109" y="7858754"/>
            <a:ext cx="1" cy="245456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直接箭头连接符 199">
            <a:extLst>
              <a:ext uri="{FF2B5EF4-FFF2-40B4-BE49-F238E27FC236}">
                <a16:creationId xmlns:a16="http://schemas.microsoft.com/office/drawing/2014/main" id="{DE02737A-1F89-C928-3960-D2D9DEEDAE1C}"/>
              </a:ext>
            </a:extLst>
          </p:cNvPr>
          <p:cNvCxnSpPr>
            <a:stCxn id="75" idx="0"/>
          </p:cNvCxnSpPr>
          <p:nvPr/>
        </p:nvCxnSpPr>
        <p:spPr>
          <a:xfrm flipH="1" flipV="1">
            <a:off x="1370081" y="5676478"/>
            <a:ext cx="1" cy="2409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2" name="直接箭头连接符 201">
            <a:extLst>
              <a:ext uri="{FF2B5EF4-FFF2-40B4-BE49-F238E27FC236}">
                <a16:creationId xmlns:a16="http://schemas.microsoft.com/office/drawing/2014/main" id="{27E92B1E-D8E5-6E42-5AAD-76A7A299E516}"/>
              </a:ext>
            </a:extLst>
          </p:cNvPr>
          <p:cNvCxnSpPr>
            <a:stCxn id="64" idx="0"/>
          </p:cNvCxnSpPr>
          <p:nvPr/>
        </p:nvCxnSpPr>
        <p:spPr>
          <a:xfrm flipH="1" flipV="1">
            <a:off x="1370081" y="6071340"/>
            <a:ext cx="1" cy="1367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4" name="直接箭头连接符 203">
            <a:extLst>
              <a:ext uri="{FF2B5EF4-FFF2-40B4-BE49-F238E27FC236}">
                <a16:creationId xmlns:a16="http://schemas.microsoft.com/office/drawing/2014/main" id="{04FFFEC4-7398-DBF2-F24F-591129A1AF76}"/>
              </a:ext>
            </a:extLst>
          </p:cNvPr>
          <p:cNvCxnSpPr>
            <a:stCxn id="65" idx="0"/>
            <a:endCxn id="64" idx="2"/>
          </p:cNvCxnSpPr>
          <p:nvPr/>
        </p:nvCxnSpPr>
        <p:spPr>
          <a:xfrm flipV="1">
            <a:off x="1370082" y="6371266"/>
            <a:ext cx="0" cy="1134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6" name="直接箭头连接符 205">
            <a:extLst>
              <a:ext uri="{FF2B5EF4-FFF2-40B4-BE49-F238E27FC236}">
                <a16:creationId xmlns:a16="http://schemas.microsoft.com/office/drawing/2014/main" id="{307CCC65-0D1D-EC97-8CFC-E4E0EF309EDE}"/>
              </a:ext>
            </a:extLst>
          </p:cNvPr>
          <p:cNvCxnSpPr>
            <a:stCxn id="79" idx="0"/>
            <a:endCxn id="65" idx="2"/>
          </p:cNvCxnSpPr>
          <p:nvPr/>
        </p:nvCxnSpPr>
        <p:spPr>
          <a:xfrm flipV="1">
            <a:off x="1370082" y="6647958"/>
            <a:ext cx="0" cy="1461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8" name="直接箭头连接符 207">
            <a:extLst>
              <a:ext uri="{FF2B5EF4-FFF2-40B4-BE49-F238E27FC236}">
                <a16:creationId xmlns:a16="http://schemas.microsoft.com/office/drawing/2014/main" id="{C38E5ABC-0EEB-32E6-A3CF-D60C9FEE2E1D}"/>
              </a:ext>
            </a:extLst>
          </p:cNvPr>
          <p:cNvCxnSpPr>
            <a:stCxn id="66" idx="0"/>
            <a:endCxn id="79" idx="4"/>
          </p:cNvCxnSpPr>
          <p:nvPr/>
        </p:nvCxnSpPr>
        <p:spPr>
          <a:xfrm flipV="1">
            <a:off x="1370082" y="6957376"/>
            <a:ext cx="0" cy="1240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0" name="直接箭头连接符 209">
            <a:extLst>
              <a:ext uri="{FF2B5EF4-FFF2-40B4-BE49-F238E27FC236}">
                <a16:creationId xmlns:a16="http://schemas.microsoft.com/office/drawing/2014/main" id="{FB210766-E3ED-3140-9961-B6A44E2D45EA}"/>
              </a:ext>
            </a:extLst>
          </p:cNvPr>
          <p:cNvCxnSpPr>
            <a:stCxn id="67" idx="0"/>
            <a:endCxn id="66" idx="2"/>
          </p:cNvCxnSpPr>
          <p:nvPr/>
        </p:nvCxnSpPr>
        <p:spPr>
          <a:xfrm flipV="1">
            <a:off x="1370082" y="7244603"/>
            <a:ext cx="0" cy="1123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2" name="直接箭头连接符 211">
            <a:extLst>
              <a:ext uri="{FF2B5EF4-FFF2-40B4-BE49-F238E27FC236}">
                <a16:creationId xmlns:a16="http://schemas.microsoft.com/office/drawing/2014/main" id="{3CA29916-5FA8-4EF8-E301-9980E21C223B}"/>
              </a:ext>
            </a:extLst>
          </p:cNvPr>
          <p:cNvCxnSpPr>
            <a:stCxn id="83" idx="0"/>
            <a:endCxn id="67" idx="2"/>
          </p:cNvCxnSpPr>
          <p:nvPr/>
        </p:nvCxnSpPr>
        <p:spPr>
          <a:xfrm flipV="1">
            <a:off x="1370082" y="7520139"/>
            <a:ext cx="0" cy="1617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4" name="直接箭头连接符 213">
            <a:extLst>
              <a:ext uri="{FF2B5EF4-FFF2-40B4-BE49-F238E27FC236}">
                <a16:creationId xmlns:a16="http://schemas.microsoft.com/office/drawing/2014/main" id="{71952D60-1707-C20D-6B5C-DFF42978C69D}"/>
              </a:ext>
            </a:extLst>
          </p:cNvPr>
          <p:cNvCxnSpPr>
            <a:cxnSpLocks/>
          </p:cNvCxnSpPr>
          <p:nvPr/>
        </p:nvCxnSpPr>
        <p:spPr>
          <a:xfrm flipV="1">
            <a:off x="1370081" y="7858754"/>
            <a:ext cx="0" cy="2276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7" name="直接箭头连接符 216">
            <a:extLst>
              <a:ext uri="{FF2B5EF4-FFF2-40B4-BE49-F238E27FC236}">
                <a16:creationId xmlns:a16="http://schemas.microsoft.com/office/drawing/2014/main" id="{B233D384-CA80-B737-889C-D17E67986C92}"/>
              </a:ext>
            </a:extLst>
          </p:cNvPr>
          <p:cNvCxnSpPr>
            <a:stCxn id="86" idx="1"/>
            <a:endCxn id="83" idx="6"/>
          </p:cNvCxnSpPr>
          <p:nvPr/>
        </p:nvCxnSpPr>
        <p:spPr>
          <a:xfrm flipH="1">
            <a:off x="1457109" y="7756476"/>
            <a:ext cx="113570" cy="10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9" name="连接符: 肘形 218">
            <a:extLst>
              <a:ext uri="{FF2B5EF4-FFF2-40B4-BE49-F238E27FC236}">
                <a16:creationId xmlns:a16="http://schemas.microsoft.com/office/drawing/2014/main" id="{EE62DD38-1CF7-34BC-CA3F-3B2ABC00E44F}"/>
              </a:ext>
            </a:extLst>
          </p:cNvPr>
          <p:cNvCxnSpPr>
            <a:endCxn id="79" idx="6"/>
          </p:cNvCxnSpPr>
          <p:nvPr/>
        </p:nvCxnSpPr>
        <p:spPr>
          <a:xfrm rot="5400000" flipH="1" flipV="1">
            <a:off x="1022719" y="7223128"/>
            <a:ext cx="776337" cy="81612"/>
          </a:xfrm>
          <a:prstGeom prst="bentConnector4">
            <a:avLst>
              <a:gd name="adj1" fmla="val 2047"/>
              <a:gd name="adj2" fmla="val 380106"/>
            </a:avLst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连接符: 肘形 221">
            <a:extLst>
              <a:ext uri="{FF2B5EF4-FFF2-40B4-BE49-F238E27FC236}">
                <a16:creationId xmlns:a16="http://schemas.microsoft.com/office/drawing/2014/main" id="{A81D5AB3-57B1-3D91-7AEF-1C4A74499B63}"/>
              </a:ext>
            </a:extLst>
          </p:cNvPr>
          <p:cNvCxnSpPr>
            <a:endCxn id="75" idx="6"/>
          </p:cNvCxnSpPr>
          <p:nvPr/>
        </p:nvCxnSpPr>
        <p:spPr>
          <a:xfrm rot="5400000" flipH="1" flipV="1">
            <a:off x="1033602" y="6335474"/>
            <a:ext cx="754570" cy="81612"/>
          </a:xfrm>
          <a:prstGeom prst="bentConnector4">
            <a:avLst>
              <a:gd name="adj1" fmla="val -851"/>
              <a:gd name="adj2" fmla="val 380106"/>
            </a:avLst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直接箭头连接符 224">
            <a:extLst>
              <a:ext uri="{FF2B5EF4-FFF2-40B4-BE49-F238E27FC236}">
                <a16:creationId xmlns:a16="http://schemas.microsoft.com/office/drawing/2014/main" id="{330B294F-C0CB-F307-8B32-77B2439E1A88}"/>
              </a:ext>
            </a:extLst>
          </p:cNvPr>
          <p:cNvCxnSpPr>
            <a:cxnSpLocks/>
          </p:cNvCxnSpPr>
          <p:nvPr/>
        </p:nvCxnSpPr>
        <p:spPr>
          <a:xfrm>
            <a:off x="2001201" y="7447686"/>
            <a:ext cx="203938" cy="4248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直接箭头连接符 227">
            <a:extLst>
              <a:ext uri="{FF2B5EF4-FFF2-40B4-BE49-F238E27FC236}">
                <a16:creationId xmlns:a16="http://schemas.microsoft.com/office/drawing/2014/main" id="{B9A632A9-8A2F-83D4-66DA-1A706878EDD4}"/>
              </a:ext>
            </a:extLst>
          </p:cNvPr>
          <p:cNvCxnSpPr>
            <a:cxnSpLocks/>
          </p:cNvCxnSpPr>
          <p:nvPr/>
        </p:nvCxnSpPr>
        <p:spPr>
          <a:xfrm flipV="1">
            <a:off x="2565139" y="7449005"/>
            <a:ext cx="126090" cy="1611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直接箭头连接符 229">
            <a:extLst>
              <a:ext uri="{FF2B5EF4-FFF2-40B4-BE49-F238E27FC236}">
                <a16:creationId xmlns:a16="http://schemas.microsoft.com/office/drawing/2014/main" id="{2BD0B889-5BEE-5DB2-A8F7-8728ED6644A3}"/>
              </a:ext>
            </a:extLst>
          </p:cNvPr>
          <p:cNvCxnSpPr>
            <a:stCxn id="140" idx="6"/>
            <a:endCxn id="133" idx="1"/>
          </p:cNvCxnSpPr>
          <p:nvPr/>
        </p:nvCxnSpPr>
        <p:spPr>
          <a:xfrm flipV="1">
            <a:off x="3261818" y="7449810"/>
            <a:ext cx="336208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直接箭头连接符 231">
            <a:extLst>
              <a:ext uri="{FF2B5EF4-FFF2-40B4-BE49-F238E27FC236}">
                <a16:creationId xmlns:a16="http://schemas.microsoft.com/office/drawing/2014/main" id="{5415096C-D45C-FEFF-9F42-93719D85ABD4}"/>
              </a:ext>
            </a:extLst>
          </p:cNvPr>
          <p:cNvCxnSpPr>
            <a:stCxn id="133" idx="3"/>
            <a:endCxn id="135" idx="1"/>
          </p:cNvCxnSpPr>
          <p:nvPr/>
        </p:nvCxnSpPr>
        <p:spPr>
          <a:xfrm>
            <a:off x="3989232" y="7449810"/>
            <a:ext cx="274243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直接箭头连接符 233">
            <a:extLst>
              <a:ext uri="{FF2B5EF4-FFF2-40B4-BE49-F238E27FC236}">
                <a16:creationId xmlns:a16="http://schemas.microsoft.com/office/drawing/2014/main" id="{933FE06F-80ED-1646-CBDE-81EDE7660200}"/>
              </a:ext>
            </a:extLst>
          </p:cNvPr>
          <p:cNvCxnSpPr>
            <a:stCxn id="135" idx="3"/>
            <a:endCxn id="144" idx="0"/>
          </p:cNvCxnSpPr>
          <p:nvPr/>
        </p:nvCxnSpPr>
        <p:spPr>
          <a:xfrm flipV="1">
            <a:off x="4978881" y="7448943"/>
            <a:ext cx="124328" cy="868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直接箭头连接符 235">
            <a:extLst>
              <a:ext uri="{FF2B5EF4-FFF2-40B4-BE49-F238E27FC236}">
                <a16:creationId xmlns:a16="http://schemas.microsoft.com/office/drawing/2014/main" id="{ED00D5FF-D090-08EE-355A-FBC40DE4F62B}"/>
              </a:ext>
            </a:extLst>
          </p:cNvPr>
          <p:cNvCxnSpPr>
            <a:stCxn id="144" idx="5"/>
            <a:endCxn id="149" idx="2"/>
          </p:cNvCxnSpPr>
          <p:nvPr/>
        </p:nvCxnSpPr>
        <p:spPr>
          <a:xfrm flipV="1">
            <a:off x="5290280" y="7449810"/>
            <a:ext cx="156026" cy="42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直接箭头连接符 237">
            <a:extLst>
              <a:ext uri="{FF2B5EF4-FFF2-40B4-BE49-F238E27FC236}">
                <a16:creationId xmlns:a16="http://schemas.microsoft.com/office/drawing/2014/main" id="{62C7E781-0C2F-E5E6-457B-73CAC3982C7C}"/>
              </a:ext>
            </a:extLst>
          </p:cNvPr>
          <p:cNvCxnSpPr>
            <a:stCxn id="149" idx="6"/>
            <a:endCxn id="147" idx="0"/>
          </p:cNvCxnSpPr>
          <p:nvPr/>
        </p:nvCxnSpPr>
        <p:spPr>
          <a:xfrm flipV="1">
            <a:off x="5629060" y="7448943"/>
            <a:ext cx="117929" cy="867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直接箭头连接符 239">
            <a:extLst>
              <a:ext uri="{FF2B5EF4-FFF2-40B4-BE49-F238E27FC236}">
                <a16:creationId xmlns:a16="http://schemas.microsoft.com/office/drawing/2014/main" id="{E2E69DF7-2A4A-168E-635E-D85602E63DCE}"/>
              </a:ext>
            </a:extLst>
          </p:cNvPr>
          <p:cNvCxnSpPr/>
          <p:nvPr/>
        </p:nvCxnSpPr>
        <p:spPr>
          <a:xfrm>
            <a:off x="6306950" y="7449810"/>
            <a:ext cx="9962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直接箭头连接符 241">
            <a:extLst>
              <a:ext uri="{FF2B5EF4-FFF2-40B4-BE49-F238E27FC236}">
                <a16:creationId xmlns:a16="http://schemas.microsoft.com/office/drawing/2014/main" id="{D99F22F1-D642-26F9-5825-A2B76ACF93E9}"/>
              </a:ext>
            </a:extLst>
          </p:cNvPr>
          <p:cNvCxnSpPr>
            <a:stCxn id="154" idx="6"/>
          </p:cNvCxnSpPr>
          <p:nvPr/>
        </p:nvCxnSpPr>
        <p:spPr>
          <a:xfrm>
            <a:off x="6594829" y="7449810"/>
            <a:ext cx="24100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连接符: 肘形 243">
            <a:extLst>
              <a:ext uri="{FF2B5EF4-FFF2-40B4-BE49-F238E27FC236}">
                <a16:creationId xmlns:a16="http://schemas.microsoft.com/office/drawing/2014/main" id="{42139551-B465-479B-8EF9-1CD09E7B36D2}"/>
              </a:ext>
            </a:extLst>
          </p:cNvPr>
          <p:cNvCxnSpPr>
            <a:stCxn id="140" idx="6"/>
            <a:endCxn id="132" idx="1"/>
          </p:cNvCxnSpPr>
          <p:nvPr/>
        </p:nvCxnSpPr>
        <p:spPr>
          <a:xfrm flipV="1">
            <a:off x="3261818" y="7177602"/>
            <a:ext cx="336208" cy="272209"/>
          </a:xfrm>
          <a:prstGeom prst="bentConnector3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连接符: 肘形 245">
            <a:extLst>
              <a:ext uri="{FF2B5EF4-FFF2-40B4-BE49-F238E27FC236}">
                <a16:creationId xmlns:a16="http://schemas.microsoft.com/office/drawing/2014/main" id="{DEA0A00D-6267-940D-0F50-6DAE9CF32603}"/>
              </a:ext>
            </a:extLst>
          </p:cNvPr>
          <p:cNvCxnSpPr>
            <a:cxnSpLocks/>
            <a:stCxn id="141" idx="5"/>
            <a:endCxn id="134" idx="1"/>
          </p:cNvCxnSpPr>
          <p:nvPr/>
        </p:nvCxnSpPr>
        <p:spPr>
          <a:xfrm>
            <a:off x="3261818" y="7450233"/>
            <a:ext cx="336208" cy="255647"/>
          </a:xfrm>
          <a:prstGeom prst="bentConnector3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直接箭头连接符 248">
            <a:extLst>
              <a:ext uri="{FF2B5EF4-FFF2-40B4-BE49-F238E27FC236}">
                <a16:creationId xmlns:a16="http://schemas.microsoft.com/office/drawing/2014/main" id="{AC896CC8-31EF-DA68-2DF9-1D12E62B8A83}"/>
              </a:ext>
            </a:extLst>
          </p:cNvPr>
          <p:cNvCxnSpPr>
            <a:stCxn id="132" idx="3"/>
          </p:cNvCxnSpPr>
          <p:nvPr/>
        </p:nvCxnSpPr>
        <p:spPr>
          <a:xfrm>
            <a:off x="3989232" y="7177602"/>
            <a:ext cx="27184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直接箭头连接符 250">
            <a:extLst>
              <a:ext uri="{FF2B5EF4-FFF2-40B4-BE49-F238E27FC236}">
                <a16:creationId xmlns:a16="http://schemas.microsoft.com/office/drawing/2014/main" id="{AD9831EB-59F1-7B0C-64D7-A6801BB6DE5F}"/>
              </a:ext>
            </a:extLst>
          </p:cNvPr>
          <p:cNvCxnSpPr>
            <a:stCxn id="134" idx="3"/>
          </p:cNvCxnSpPr>
          <p:nvPr/>
        </p:nvCxnSpPr>
        <p:spPr>
          <a:xfrm>
            <a:off x="3989232" y="7705880"/>
            <a:ext cx="27184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连接符: 肘形 252">
            <a:extLst>
              <a:ext uri="{FF2B5EF4-FFF2-40B4-BE49-F238E27FC236}">
                <a16:creationId xmlns:a16="http://schemas.microsoft.com/office/drawing/2014/main" id="{2209AAA2-CBF6-5E4D-86F3-0D1A1C0F8515}"/>
              </a:ext>
            </a:extLst>
          </p:cNvPr>
          <p:cNvCxnSpPr>
            <a:endCxn id="154" idx="4"/>
          </p:cNvCxnSpPr>
          <p:nvPr/>
        </p:nvCxnSpPr>
        <p:spPr>
          <a:xfrm>
            <a:off x="3345952" y="7438528"/>
            <a:ext cx="3158877" cy="101282"/>
          </a:xfrm>
          <a:prstGeom prst="bentConnector4">
            <a:avLst>
              <a:gd name="adj1" fmla="val -152"/>
              <a:gd name="adj2" fmla="val 446083"/>
            </a:avLst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连接符: 肘形 256">
            <a:extLst>
              <a:ext uri="{FF2B5EF4-FFF2-40B4-BE49-F238E27FC236}">
                <a16:creationId xmlns:a16="http://schemas.microsoft.com/office/drawing/2014/main" id="{CE274438-9CAE-6CED-87E9-4D089C0B9652}"/>
              </a:ext>
            </a:extLst>
          </p:cNvPr>
          <p:cNvCxnSpPr>
            <a:cxnSpLocks/>
            <a:endCxn id="146" idx="0"/>
          </p:cNvCxnSpPr>
          <p:nvPr/>
        </p:nvCxnSpPr>
        <p:spPr>
          <a:xfrm flipV="1">
            <a:off x="3345952" y="7355630"/>
            <a:ext cx="2493928" cy="94180"/>
          </a:xfrm>
          <a:prstGeom prst="bentConnector4">
            <a:avLst>
              <a:gd name="adj1" fmla="val -164"/>
              <a:gd name="adj2" fmla="val 520726"/>
            </a:avLst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直接箭头连接符 261">
            <a:extLst>
              <a:ext uri="{FF2B5EF4-FFF2-40B4-BE49-F238E27FC236}">
                <a16:creationId xmlns:a16="http://schemas.microsoft.com/office/drawing/2014/main" id="{55727FDB-3D0A-6EA0-33A6-BC7625D113B0}"/>
              </a:ext>
            </a:extLst>
          </p:cNvPr>
          <p:cNvCxnSpPr>
            <a:cxnSpLocks/>
            <a:endCxn id="93" idx="2"/>
          </p:cNvCxnSpPr>
          <p:nvPr/>
        </p:nvCxnSpPr>
        <p:spPr>
          <a:xfrm flipV="1">
            <a:off x="1950615" y="6257218"/>
            <a:ext cx="229735" cy="278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连接符: 肘形 265">
            <a:extLst>
              <a:ext uri="{FF2B5EF4-FFF2-40B4-BE49-F238E27FC236}">
                <a16:creationId xmlns:a16="http://schemas.microsoft.com/office/drawing/2014/main" id="{9F42D472-A91C-2B82-F956-6CDEDC18280C}"/>
              </a:ext>
            </a:extLst>
          </p:cNvPr>
          <p:cNvCxnSpPr>
            <a:stCxn id="95" idx="1"/>
            <a:endCxn id="102" idx="1"/>
          </p:cNvCxnSpPr>
          <p:nvPr/>
        </p:nvCxnSpPr>
        <p:spPr>
          <a:xfrm rot="10800000" flipV="1">
            <a:off x="2637250" y="6031569"/>
            <a:ext cx="12700" cy="450851"/>
          </a:xfrm>
          <a:prstGeom prst="bentConnector3">
            <a:avLst>
              <a:gd name="adj1" fmla="val 1000000"/>
            </a:avLst>
          </a:prstGeom>
          <a:ln w="12700">
            <a:solidFill>
              <a:schemeClr val="tx1"/>
            </a:solidFill>
            <a:headEnd type="triangl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直接箭头连接符 268">
            <a:extLst>
              <a:ext uri="{FF2B5EF4-FFF2-40B4-BE49-F238E27FC236}">
                <a16:creationId xmlns:a16="http://schemas.microsoft.com/office/drawing/2014/main" id="{438334A5-3D11-4492-822B-049B26CCB3DB}"/>
              </a:ext>
            </a:extLst>
          </p:cNvPr>
          <p:cNvCxnSpPr>
            <a:stCxn id="93" idx="6"/>
          </p:cNvCxnSpPr>
          <p:nvPr/>
        </p:nvCxnSpPr>
        <p:spPr>
          <a:xfrm>
            <a:off x="2339868" y="6257218"/>
            <a:ext cx="183047" cy="8018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直接箭头连接符 270">
            <a:extLst>
              <a:ext uri="{FF2B5EF4-FFF2-40B4-BE49-F238E27FC236}">
                <a16:creationId xmlns:a16="http://schemas.microsoft.com/office/drawing/2014/main" id="{9C200E05-4266-CF48-CF7A-A30FA3221A11}"/>
              </a:ext>
            </a:extLst>
          </p:cNvPr>
          <p:cNvCxnSpPr>
            <a:stCxn id="98" idx="5"/>
            <a:endCxn id="99" idx="1"/>
          </p:cNvCxnSpPr>
          <p:nvPr/>
        </p:nvCxnSpPr>
        <p:spPr>
          <a:xfrm flipV="1">
            <a:off x="2945321" y="6047773"/>
            <a:ext cx="149098" cy="358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连接符: 肘形 272">
            <a:extLst>
              <a:ext uri="{FF2B5EF4-FFF2-40B4-BE49-F238E27FC236}">
                <a16:creationId xmlns:a16="http://schemas.microsoft.com/office/drawing/2014/main" id="{8BE6336A-9727-2FEA-EF73-0A7BD5D4DB19}"/>
              </a:ext>
            </a:extLst>
          </p:cNvPr>
          <p:cNvCxnSpPr>
            <a:stCxn id="125" idx="6"/>
            <a:endCxn id="113" idx="4"/>
          </p:cNvCxnSpPr>
          <p:nvPr/>
        </p:nvCxnSpPr>
        <p:spPr>
          <a:xfrm flipV="1">
            <a:off x="2945321" y="6235560"/>
            <a:ext cx="1296179" cy="232991"/>
          </a:xfrm>
          <a:prstGeom prst="bentConnector2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连接符: 肘形 274">
            <a:extLst>
              <a:ext uri="{FF2B5EF4-FFF2-40B4-BE49-F238E27FC236}">
                <a16:creationId xmlns:a16="http://schemas.microsoft.com/office/drawing/2014/main" id="{0337CC0B-D909-1675-52D2-DA8FF68D4D4C}"/>
              </a:ext>
            </a:extLst>
          </p:cNvPr>
          <p:cNvCxnSpPr>
            <a:stCxn id="125" idx="6"/>
            <a:endCxn id="108" idx="4"/>
          </p:cNvCxnSpPr>
          <p:nvPr/>
        </p:nvCxnSpPr>
        <p:spPr>
          <a:xfrm flipV="1">
            <a:off x="2945321" y="5988815"/>
            <a:ext cx="1030009" cy="479736"/>
          </a:xfrm>
          <a:prstGeom prst="bentConnector2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直接箭头连接符 276">
            <a:extLst>
              <a:ext uri="{FF2B5EF4-FFF2-40B4-BE49-F238E27FC236}">
                <a16:creationId xmlns:a16="http://schemas.microsoft.com/office/drawing/2014/main" id="{93CEEACA-B21C-50C8-7A47-40CD41F5190D}"/>
              </a:ext>
            </a:extLst>
          </p:cNvPr>
          <p:cNvCxnSpPr>
            <a:cxnSpLocks/>
            <a:endCxn id="100" idx="1"/>
          </p:cNvCxnSpPr>
          <p:nvPr/>
        </p:nvCxnSpPr>
        <p:spPr>
          <a:xfrm>
            <a:off x="3255706" y="5902441"/>
            <a:ext cx="13388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直接箭头连接符 281">
            <a:extLst>
              <a:ext uri="{FF2B5EF4-FFF2-40B4-BE49-F238E27FC236}">
                <a16:creationId xmlns:a16="http://schemas.microsoft.com/office/drawing/2014/main" id="{5621B832-CB9A-9A08-0FED-E915BEFA4435}"/>
              </a:ext>
            </a:extLst>
          </p:cNvPr>
          <p:cNvCxnSpPr>
            <a:cxnSpLocks/>
            <a:endCxn id="101" idx="1"/>
          </p:cNvCxnSpPr>
          <p:nvPr/>
        </p:nvCxnSpPr>
        <p:spPr>
          <a:xfrm flipV="1">
            <a:off x="3264471" y="6153450"/>
            <a:ext cx="125116" cy="54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直接箭头连接符 285">
            <a:extLst>
              <a:ext uri="{FF2B5EF4-FFF2-40B4-BE49-F238E27FC236}">
                <a16:creationId xmlns:a16="http://schemas.microsoft.com/office/drawing/2014/main" id="{7972F5C3-70E2-3DD9-74DE-68BCAEA08DB2}"/>
              </a:ext>
            </a:extLst>
          </p:cNvPr>
          <p:cNvCxnSpPr>
            <a:stCxn id="100" idx="3"/>
            <a:endCxn id="108" idx="2"/>
          </p:cNvCxnSpPr>
          <p:nvPr/>
        </p:nvCxnSpPr>
        <p:spPr>
          <a:xfrm>
            <a:off x="3766660" y="5902441"/>
            <a:ext cx="126560" cy="4264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直接箭头连接符 287">
            <a:extLst>
              <a:ext uri="{FF2B5EF4-FFF2-40B4-BE49-F238E27FC236}">
                <a16:creationId xmlns:a16="http://schemas.microsoft.com/office/drawing/2014/main" id="{BA07B76F-CB80-669A-9EF6-C8E56E8C41C1}"/>
              </a:ext>
            </a:extLst>
          </p:cNvPr>
          <p:cNvCxnSpPr>
            <a:stCxn id="101" idx="3"/>
            <a:endCxn id="113" idx="2"/>
          </p:cNvCxnSpPr>
          <p:nvPr/>
        </p:nvCxnSpPr>
        <p:spPr>
          <a:xfrm>
            <a:off x="3766660" y="6153450"/>
            <a:ext cx="39273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直接箭头连接符 289">
            <a:extLst>
              <a:ext uri="{FF2B5EF4-FFF2-40B4-BE49-F238E27FC236}">
                <a16:creationId xmlns:a16="http://schemas.microsoft.com/office/drawing/2014/main" id="{EDCBB7BD-7B26-6AED-16C9-08F59ED1EAF4}"/>
              </a:ext>
            </a:extLst>
          </p:cNvPr>
          <p:cNvCxnSpPr>
            <a:stCxn id="113" idx="6"/>
            <a:endCxn id="118" idx="2"/>
          </p:cNvCxnSpPr>
          <p:nvPr/>
        </p:nvCxnSpPr>
        <p:spPr>
          <a:xfrm flipV="1">
            <a:off x="4323610" y="6151931"/>
            <a:ext cx="124603" cy="1519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直接箭头连接符 291">
            <a:extLst>
              <a:ext uri="{FF2B5EF4-FFF2-40B4-BE49-F238E27FC236}">
                <a16:creationId xmlns:a16="http://schemas.microsoft.com/office/drawing/2014/main" id="{F387F8B1-CC1E-4008-972A-680BB730E9A9}"/>
              </a:ext>
            </a:extLst>
          </p:cNvPr>
          <p:cNvCxnSpPr>
            <a:stCxn id="118" idx="6"/>
            <a:endCxn id="122" idx="2"/>
          </p:cNvCxnSpPr>
          <p:nvPr/>
        </p:nvCxnSpPr>
        <p:spPr>
          <a:xfrm>
            <a:off x="4612433" y="6151931"/>
            <a:ext cx="124603" cy="36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直接箭头连接符 293">
            <a:extLst>
              <a:ext uri="{FF2B5EF4-FFF2-40B4-BE49-F238E27FC236}">
                <a16:creationId xmlns:a16="http://schemas.microsoft.com/office/drawing/2014/main" id="{B0D8BC91-6888-58B7-9560-F14846F07562}"/>
              </a:ext>
            </a:extLst>
          </p:cNvPr>
          <p:cNvCxnSpPr>
            <a:stCxn id="127" idx="3"/>
          </p:cNvCxnSpPr>
          <p:nvPr/>
        </p:nvCxnSpPr>
        <p:spPr>
          <a:xfrm>
            <a:off x="5056149" y="6147538"/>
            <a:ext cx="26330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直接箭头连接符 295">
            <a:extLst>
              <a:ext uri="{FF2B5EF4-FFF2-40B4-BE49-F238E27FC236}">
                <a16:creationId xmlns:a16="http://schemas.microsoft.com/office/drawing/2014/main" id="{BCFCBF1E-A95B-F108-DD14-489969FF5170}"/>
              </a:ext>
            </a:extLst>
          </p:cNvPr>
          <p:cNvCxnSpPr>
            <a:stCxn id="157" idx="3"/>
            <a:endCxn id="167" idx="0"/>
          </p:cNvCxnSpPr>
          <p:nvPr/>
        </p:nvCxnSpPr>
        <p:spPr>
          <a:xfrm>
            <a:off x="5628172" y="6266226"/>
            <a:ext cx="86936" cy="4444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直接箭头连接符 297">
            <a:extLst>
              <a:ext uri="{FF2B5EF4-FFF2-40B4-BE49-F238E27FC236}">
                <a16:creationId xmlns:a16="http://schemas.microsoft.com/office/drawing/2014/main" id="{125C288B-D69D-0775-719B-7E9A4FFCDC88}"/>
              </a:ext>
            </a:extLst>
          </p:cNvPr>
          <p:cNvCxnSpPr>
            <a:stCxn id="162" idx="3"/>
            <a:endCxn id="169" idx="2"/>
          </p:cNvCxnSpPr>
          <p:nvPr/>
        </p:nvCxnSpPr>
        <p:spPr>
          <a:xfrm flipV="1">
            <a:off x="6163447" y="6262677"/>
            <a:ext cx="80831" cy="256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直接箭头连接符 299">
            <a:extLst>
              <a:ext uri="{FF2B5EF4-FFF2-40B4-BE49-F238E27FC236}">
                <a16:creationId xmlns:a16="http://schemas.microsoft.com/office/drawing/2014/main" id="{EA1B2D8D-0EF0-8FF3-416E-47D2F73CD46E}"/>
              </a:ext>
            </a:extLst>
          </p:cNvPr>
          <p:cNvCxnSpPr>
            <a:stCxn id="164" idx="3"/>
          </p:cNvCxnSpPr>
          <p:nvPr/>
        </p:nvCxnSpPr>
        <p:spPr>
          <a:xfrm flipV="1">
            <a:off x="6672248" y="6265236"/>
            <a:ext cx="182637" cy="1579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连接符: 肘形 301">
            <a:extLst>
              <a:ext uri="{FF2B5EF4-FFF2-40B4-BE49-F238E27FC236}">
                <a16:creationId xmlns:a16="http://schemas.microsoft.com/office/drawing/2014/main" id="{A410E9F7-72BB-54FB-FFCD-C27958B986DA}"/>
              </a:ext>
            </a:extLst>
          </p:cNvPr>
          <p:cNvCxnSpPr>
            <a:stCxn id="108" idx="6"/>
            <a:endCxn id="118" idx="0"/>
          </p:cNvCxnSpPr>
          <p:nvPr/>
        </p:nvCxnSpPr>
        <p:spPr>
          <a:xfrm>
            <a:off x="4057440" y="5906705"/>
            <a:ext cx="472883" cy="163116"/>
          </a:xfrm>
          <a:prstGeom prst="bentConnector2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直接箭头连接符 303">
            <a:extLst>
              <a:ext uri="{FF2B5EF4-FFF2-40B4-BE49-F238E27FC236}">
                <a16:creationId xmlns:a16="http://schemas.microsoft.com/office/drawing/2014/main" id="{75A01969-C9F0-DFA0-B863-4D58FFAB3ED7}"/>
              </a:ext>
            </a:extLst>
          </p:cNvPr>
          <p:cNvCxnSpPr>
            <a:stCxn id="15" idx="3"/>
            <a:endCxn id="30" idx="1"/>
          </p:cNvCxnSpPr>
          <p:nvPr/>
        </p:nvCxnSpPr>
        <p:spPr>
          <a:xfrm flipV="1">
            <a:off x="3175419" y="4950088"/>
            <a:ext cx="105536" cy="967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直接箭头连接符 305">
            <a:extLst>
              <a:ext uri="{FF2B5EF4-FFF2-40B4-BE49-F238E27FC236}">
                <a16:creationId xmlns:a16="http://schemas.microsoft.com/office/drawing/2014/main" id="{DAA21AEC-6B7A-A636-6E2C-3F5690537EB1}"/>
              </a:ext>
            </a:extLst>
          </p:cNvPr>
          <p:cNvCxnSpPr>
            <a:stCxn id="30" idx="3"/>
            <a:endCxn id="31" idx="1"/>
          </p:cNvCxnSpPr>
          <p:nvPr/>
        </p:nvCxnSpPr>
        <p:spPr>
          <a:xfrm flipV="1">
            <a:off x="3748825" y="4948231"/>
            <a:ext cx="278316" cy="1857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直接箭头连接符 307">
            <a:extLst>
              <a:ext uri="{FF2B5EF4-FFF2-40B4-BE49-F238E27FC236}">
                <a16:creationId xmlns:a16="http://schemas.microsoft.com/office/drawing/2014/main" id="{DDC7B274-6E98-A836-5F1D-D1870F176C93}"/>
              </a:ext>
            </a:extLst>
          </p:cNvPr>
          <p:cNvCxnSpPr>
            <a:endCxn id="32" idx="1"/>
          </p:cNvCxnSpPr>
          <p:nvPr/>
        </p:nvCxnSpPr>
        <p:spPr>
          <a:xfrm>
            <a:off x="4495011" y="4625222"/>
            <a:ext cx="18507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直接箭头连接符 309">
            <a:extLst>
              <a:ext uri="{FF2B5EF4-FFF2-40B4-BE49-F238E27FC236}">
                <a16:creationId xmlns:a16="http://schemas.microsoft.com/office/drawing/2014/main" id="{34524FCD-CE61-F463-C7B5-7BE27C64CCF8}"/>
              </a:ext>
            </a:extLst>
          </p:cNvPr>
          <p:cNvCxnSpPr>
            <a:cxnSpLocks/>
            <a:endCxn id="33" idx="1"/>
          </p:cNvCxnSpPr>
          <p:nvPr/>
        </p:nvCxnSpPr>
        <p:spPr>
          <a:xfrm>
            <a:off x="4495011" y="5196491"/>
            <a:ext cx="18507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50087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682</TotalTime>
  <Words>12</Words>
  <Application>Microsoft Office PowerPoint</Application>
  <PresentationFormat>全屏显示(4:3)</PresentationFormat>
  <Paragraphs>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Contributors</dc:creator>
  <cp:lastModifiedBy>Contributors</cp:lastModifiedBy>
  <cp:revision>3</cp:revision>
  <dcterms:created xsi:type="dcterms:W3CDTF">2026-04-08T15:01:58Z</dcterms:created>
  <dcterms:modified xsi:type="dcterms:W3CDTF">2026-04-12T14:49:38Z</dcterms:modified>
</cp:coreProperties>
</file>