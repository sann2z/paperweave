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699"/>
    <a:srgbClr val="FFE699"/>
    <a:srgbClr val="A8D18D"/>
    <a:srgbClr val="DADADA"/>
    <a:srgbClr val="843C0C"/>
    <a:srgbClr val="BE9100"/>
    <a:srgbClr val="D5DCE6"/>
    <a:srgbClr val="C5E0B5"/>
    <a:srgbClr val="D3DAE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41" y="-518"/>
      </p:cViewPr>
      <p:guideLst>
        <p:guide orient="horz" pos="2881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1C1C8-21D9-4BFF-B2A6-7C03C21E373F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B159B-E337-4337-8E33-384545AA3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2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B159B-E337-4337-8E33-384545AA379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23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887" indent="0" algn="ctr">
              <a:buNone/>
              <a:defRPr sz="1500"/>
            </a:lvl2pPr>
            <a:lvl3pPr marL="685775" indent="0" algn="ctr">
              <a:buNone/>
              <a:defRPr sz="1350"/>
            </a:lvl3pPr>
            <a:lvl4pPr marL="1028662" indent="0" algn="ctr">
              <a:buNone/>
              <a:defRPr sz="1200"/>
            </a:lvl4pPr>
            <a:lvl5pPr marL="1371550" indent="0" algn="ctr">
              <a:buNone/>
              <a:defRPr sz="1200"/>
            </a:lvl5pPr>
            <a:lvl6pPr marL="1714437" indent="0" algn="ctr">
              <a:buNone/>
              <a:defRPr sz="1200"/>
            </a:lvl6pPr>
            <a:lvl7pPr marL="2057325" indent="0" algn="ctr">
              <a:buNone/>
              <a:defRPr sz="1200"/>
            </a:lvl7pPr>
            <a:lvl8pPr marL="2400212" indent="0" algn="ctr">
              <a:buNone/>
              <a:defRPr sz="1200"/>
            </a:lvl8pPr>
            <a:lvl9pPr marL="2743099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03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49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79653"/>
            <a:ext cx="5915025" cy="380365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8" y="6119287"/>
            <a:ext cx="5915025" cy="2000249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1pPr>
            <a:lvl2pPr marL="342887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75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6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5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3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2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1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9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5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68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3" y="486837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2"/>
            <a:ext cx="2901255" cy="1098549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887" indent="0">
              <a:buNone/>
              <a:defRPr sz="1500" b="1"/>
            </a:lvl2pPr>
            <a:lvl3pPr marL="685775" indent="0">
              <a:buNone/>
              <a:defRPr sz="1350" b="1"/>
            </a:lvl3pPr>
            <a:lvl4pPr marL="1028662" indent="0">
              <a:buNone/>
              <a:defRPr sz="1200" b="1"/>
            </a:lvl4pPr>
            <a:lvl5pPr marL="1371550" indent="0">
              <a:buNone/>
              <a:defRPr sz="1200" b="1"/>
            </a:lvl5pPr>
            <a:lvl6pPr marL="1714437" indent="0">
              <a:buNone/>
              <a:defRPr sz="1200" b="1"/>
            </a:lvl6pPr>
            <a:lvl7pPr marL="2057325" indent="0">
              <a:buNone/>
              <a:defRPr sz="1200" b="1"/>
            </a:lvl7pPr>
            <a:lvl8pPr marL="2400212" indent="0">
              <a:buNone/>
              <a:defRPr sz="1200" b="1"/>
            </a:lvl8pPr>
            <a:lvl9pPr marL="2743099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1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241552"/>
            <a:ext cx="2915543" cy="1098549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887" indent="0">
              <a:buNone/>
              <a:defRPr sz="1500" b="1"/>
            </a:lvl2pPr>
            <a:lvl3pPr marL="685775" indent="0">
              <a:buNone/>
              <a:defRPr sz="1350" b="1"/>
            </a:lvl3pPr>
            <a:lvl4pPr marL="1028662" indent="0">
              <a:buNone/>
              <a:defRPr sz="1200" b="1"/>
            </a:lvl4pPr>
            <a:lvl5pPr marL="1371550" indent="0">
              <a:buNone/>
              <a:defRPr sz="1200" b="1"/>
            </a:lvl5pPr>
            <a:lvl6pPr marL="1714437" indent="0">
              <a:buNone/>
              <a:defRPr sz="1200" b="1"/>
            </a:lvl6pPr>
            <a:lvl7pPr marL="2057325" indent="0">
              <a:buNone/>
              <a:defRPr sz="1200" b="1"/>
            </a:lvl7pPr>
            <a:lvl8pPr marL="2400212" indent="0">
              <a:buNone/>
              <a:defRPr sz="1200" b="1"/>
            </a:lvl8pPr>
            <a:lvl9pPr marL="2743099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3340101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24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7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97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1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1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5" indent="0">
              <a:buNone/>
              <a:defRPr sz="900"/>
            </a:lvl3pPr>
            <a:lvl4pPr marL="1028662" indent="0">
              <a:buNone/>
              <a:defRPr sz="750"/>
            </a:lvl4pPr>
            <a:lvl5pPr marL="1371550" indent="0">
              <a:buNone/>
              <a:defRPr sz="750"/>
            </a:lvl5pPr>
            <a:lvl6pPr marL="1714437" indent="0">
              <a:buNone/>
              <a:defRPr sz="750"/>
            </a:lvl6pPr>
            <a:lvl7pPr marL="2057325" indent="0">
              <a:buNone/>
              <a:defRPr sz="750"/>
            </a:lvl7pPr>
            <a:lvl8pPr marL="2400212" indent="0">
              <a:buNone/>
              <a:defRPr sz="750"/>
            </a:lvl8pPr>
            <a:lvl9pPr marL="2743099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53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7" indent="0">
              <a:buNone/>
              <a:defRPr sz="2100"/>
            </a:lvl2pPr>
            <a:lvl3pPr marL="685775" indent="0">
              <a:buNone/>
              <a:defRPr sz="1801"/>
            </a:lvl3pPr>
            <a:lvl4pPr marL="1028662" indent="0">
              <a:buNone/>
              <a:defRPr sz="1500"/>
            </a:lvl4pPr>
            <a:lvl5pPr marL="1371550" indent="0">
              <a:buNone/>
              <a:defRPr sz="1500"/>
            </a:lvl5pPr>
            <a:lvl6pPr marL="1714437" indent="0">
              <a:buNone/>
              <a:defRPr sz="1500"/>
            </a:lvl6pPr>
            <a:lvl7pPr marL="2057325" indent="0">
              <a:buNone/>
              <a:defRPr sz="1500"/>
            </a:lvl7pPr>
            <a:lvl8pPr marL="2400212" indent="0">
              <a:buNone/>
              <a:defRPr sz="1500"/>
            </a:lvl8pPr>
            <a:lvl9pPr marL="2743099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1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5" indent="0">
              <a:buNone/>
              <a:defRPr sz="900"/>
            </a:lvl3pPr>
            <a:lvl4pPr marL="1028662" indent="0">
              <a:buNone/>
              <a:defRPr sz="750"/>
            </a:lvl4pPr>
            <a:lvl5pPr marL="1371550" indent="0">
              <a:buNone/>
              <a:defRPr sz="750"/>
            </a:lvl5pPr>
            <a:lvl6pPr marL="1714437" indent="0">
              <a:buNone/>
              <a:defRPr sz="750"/>
            </a:lvl6pPr>
            <a:lvl7pPr marL="2057325" indent="0">
              <a:buNone/>
              <a:defRPr sz="750"/>
            </a:lvl7pPr>
            <a:lvl8pPr marL="2400212" indent="0">
              <a:buNone/>
              <a:defRPr sz="750"/>
            </a:lvl8pPr>
            <a:lvl9pPr marL="2743099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76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9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5"/>
            <a:ext cx="1478756" cy="77491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5"/>
            <a:ext cx="4350544" cy="77491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71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486837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F85C1-C559-4388-A1C2-644670AD1FED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89E4D-61F6-41D6-A538-B1BF1A290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15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77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4" indent="-171444" algn="l" defTabSz="68577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1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18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5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94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81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8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55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43" indent="-171444" algn="l" defTabSz="68577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5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2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0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7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25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12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9" algn="l" defTabSz="6857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7C4818F-8845-54CF-F2A8-BD21F81D7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6858000" cy="327652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0C7EC26-D500-BDC5-8C64-73E602B86991}"/>
              </a:ext>
            </a:extLst>
          </p:cNvPr>
          <p:cNvSpPr/>
          <p:nvPr/>
        </p:nvSpPr>
        <p:spPr>
          <a:xfrm>
            <a:off x="30481" y="3494988"/>
            <a:ext cx="648001" cy="648001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1F464F-CFC5-6793-00D4-D114A1D9E45B}"/>
              </a:ext>
            </a:extLst>
          </p:cNvPr>
          <p:cNvSpPr/>
          <p:nvPr/>
        </p:nvSpPr>
        <p:spPr>
          <a:xfrm>
            <a:off x="1022903" y="3668269"/>
            <a:ext cx="684000" cy="324000"/>
          </a:xfrm>
          <a:prstGeom prst="rect">
            <a:avLst/>
          </a:prstGeom>
          <a:solidFill>
            <a:srgbClr val="A6A6A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6B3B3-A0D0-C85B-53EE-4E2FE1DB2989}"/>
              </a:ext>
            </a:extLst>
          </p:cNvPr>
          <p:cNvSpPr/>
          <p:nvPr/>
        </p:nvSpPr>
        <p:spPr>
          <a:xfrm>
            <a:off x="2714544" y="3668269"/>
            <a:ext cx="877824" cy="324000"/>
          </a:xfrm>
          <a:prstGeom prst="rect">
            <a:avLst/>
          </a:prstGeom>
          <a:solidFill>
            <a:srgbClr val="A6A6A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672C31-1D52-18C4-A5B3-9FE9B0403F99}"/>
              </a:ext>
            </a:extLst>
          </p:cNvPr>
          <p:cNvSpPr/>
          <p:nvPr/>
        </p:nvSpPr>
        <p:spPr>
          <a:xfrm>
            <a:off x="3978448" y="3501084"/>
            <a:ext cx="658368" cy="65836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3ABCC9-0139-9A92-B34B-D5072D8506D2}"/>
              </a:ext>
            </a:extLst>
          </p:cNvPr>
          <p:cNvSpPr/>
          <p:nvPr/>
        </p:nvSpPr>
        <p:spPr>
          <a:xfrm>
            <a:off x="4956857" y="3652572"/>
            <a:ext cx="877824" cy="324000"/>
          </a:xfrm>
          <a:prstGeom prst="rect">
            <a:avLst/>
          </a:prstGeom>
          <a:solidFill>
            <a:srgbClr val="A6A6A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181ABC-01F4-AE7A-DA46-7D8DC0E6EB62}"/>
              </a:ext>
            </a:extLst>
          </p:cNvPr>
          <p:cNvSpPr/>
          <p:nvPr/>
        </p:nvSpPr>
        <p:spPr>
          <a:xfrm>
            <a:off x="6206992" y="3537084"/>
            <a:ext cx="576000" cy="57600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F419E1AC-EA72-F9DD-853B-4CE46836E181}"/>
              </a:ext>
            </a:extLst>
          </p:cNvPr>
          <p:cNvSpPr/>
          <p:nvPr/>
        </p:nvSpPr>
        <p:spPr>
          <a:xfrm>
            <a:off x="728736" y="3757838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5C406FC2-EA3E-7334-7908-AED14251E36D}"/>
              </a:ext>
            </a:extLst>
          </p:cNvPr>
          <p:cNvSpPr/>
          <p:nvPr/>
        </p:nvSpPr>
        <p:spPr>
          <a:xfrm>
            <a:off x="1778681" y="3761492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06D5BCE-7F7C-CAC1-AD72-4B1AC699E522}"/>
              </a:ext>
            </a:extLst>
          </p:cNvPr>
          <p:cNvSpPr/>
          <p:nvPr/>
        </p:nvSpPr>
        <p:spPr>
          <a:xfrm>
            <a:off x="2367021" y="3757837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DE959C34-1A62-0DDC-0E2F-838E760ADDC3}"/>
              </a:ext>
            </a:extLst>
          </p:cNvPr>
          <p:cNvSpPr/>
          <p:nvPr/>
        </p:nvSpPr>
        <p:spPr>
          <a:xfrm>
            <a:off x="3710415" y="3747326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3105C30-267C-29E0-36A6-AEF101759F39}"/>
              </a:ext>
            </a:extLst>
          </p:cNvPr>
          <p:cNvSpPr/>
          <p:nvPr/>
        </p:nvSpPr>
        <p:spPr>
          <a:xfrm>
            <a:off x="4696215" y="3747325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28BE335-9A95-102D-C38D-B22B8E408B22}"/>
              </a:ext>
            </a:extLst>
          </p:cNvPr>
          <p:cNvSpPr/>
          <p:nvPr/>
        </p:nvSpPr>
        <p:spPr>
          <a:xfrm>
            <a:off x="5885252" y="3747325"/>
            <a:ext cx="216027" cy="134493"/>
          </a:xfrm>
          <a:prstGeom prst="rightArrow">
            <a:avLst/>
          </a:prstGeom>
          <a:solidFill>
            <a:srgbClr val="437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498F827C-7E89-29CA-93C7-A4160E7D186D}"/>
              </a:ext>
            </a:extLst>
          </p:cNvPr>
          <p:cNvSpPr/>
          <p:nvPr/>
        </p:nvSpPr>
        <p:spPr>
          <a:xfrm>
            <a:off x="2104218" y="3463479"/>
            <a:ext cx="144438" cy="144000"/>
          </a:xfrm>
          <a:prstGeom prst="cube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1" name="立方体 20">
            <a:extLst>
              <a:ext uri="{FF2B5EF4-FFF2-40B4-BE49-F238E27FC236}">
                <a16:creationId xmlns:a16="http://schemas.microsoft.com/office/drawing/2014/main" id="{26B9E854-A10E-002F-A456-DF3E141514D8}"/>
              </a:ext>
            </a:extLst>
          </p:cNvPr>
          <p:cNvSpPr/>
          <p:nvPr/>
        </p:nvSpPr>
        <p:spPr>
          <a:xfrm>
            <a:off x="2100421" y="3681083"/>
            <a:ext cx="144438" cy="144000"/>
          </a:xfrm>
          <a:prstGeom prst="cube">
            <a:avLst/>
          </a:prstGeom>
          <a:solidFill>
            <a:srgbClr val="93AFE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2" name="立方体 21">
            <a:extLst>
              <a:ext uri="{FF2B5EF4-FFF2-40B4-BE49-F238E27FC236}">
                <a16:creationId xmlns:a16="http://schemas.microsoft.com/office/drawing/2014/main" id="{39EEBB75-D0CD-2701-2CDA-97E2FA8BDD4E}"/>
              </a:ext>
            </a:extLst>
          </p:cNvPr>
          <p:cNvSpPr/>
          <p:nvPr/>
        </p:nvSpPr>
        <p:spPr>
          <a:xfrm>
            <a:off x="2105633" y="4041085"/>
            <a:ext cx="144438" cy="144000"/>
          </a:xfrm>
          <a:prstGeom prst="cube">
            <a:avLst/>
          </a:prstGeom>
          <a:solidFill>
            <a:srgbClr val="A5CE8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C46E885-81D8-4F43-6C60-734D42F3ADA6}"/>
              </a:ext>
            </a:extLst>
          </p:cNvPr>
          <p:cNvSpPr/>
          <p:nvPr/>
        </p:nvSpPr>
        <p:spPr>
          <a:xfrm>
            <a:off x="186111" y="4330048"/>
            <a:ext cx="2035771" cy="2367207"/>
          </a:xfrm>
          <a:prstGeom prst="roundRect">
            <a:avLst>
              <a:gd name="adj" fmla="val 6686"/>
            </a:avLst>
          </a:prstGeom>
          <a:solidFill>
            <a:srgbClr val="D5DCE6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26E200-13D3-160B-2CE5-E1F6160FCED6}"/>
              </a:ext>
            </a:extLst>
          </p:cNvPr>
          <p:cNvSpPr/>
          <p:nvPr/>
        </p:nvSpPr>
        <p:spPr>
          <a:xfrm>
            <a:off x="364744" y="4443885"/>
            <a:ext cx="542136" cy="542136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6" name="梯形 25">
            <a:extLst>
              <a:ext uri="{FF2B5EF4-FFF2-40B4-BE49-F238E27FC236}">
                <a16:creationId xmlns:a16="http://schemas.microsoft.com/office/drawing/2014/main" id="{A42082CB-CEA1-08A2-026A-5AEB7B55F623}"/>
              </a:ext>
            </a:extLst>
          </p:cNvPr>
          <p:cNvSpPr/>
          <p:nvPr/>
        </p:nvSpPr>
        <p:spPr>
          <a:xfrm rot="10800000">
            <a:off x="364744" y="5122738"/>
            <a:ext cx="542136" cy="180000"/>
          </a:xfrm>
          <a:prstGeom prst="trapezoid">
            <a:avLst>
              <a:gd name="adj" fmla="val 36207"/>
            </a:avLst>
          </a:prstGeom>
          <a:solidFill>
            <a:srgbClr val="B4C7E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1AE95EC-D717-B16D-DE8B-0BFCE447AFA2}"/>
              </a:ext>
            </a:extLst>
          </p:cNvPr>
          <p:cNvSpPr/>
          <p:nvPr/>
        </p:nvSpPr>
        <p:spPr>
          <a:xfrm>
            <a:off x="234488" y="5433061"/>
            <a:ext cx="812800" cy="172720"/>
          </a:xfrm>
          <a:prstGeom prst="roundRect">
            <a:avLst/>
          </a:prstGeom>
          <a:solidFill>
            <a:srgbClr val="B4C7E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06B4216-3193-137A-FC3A-AEC886AB9504}"/>
              </a:ext>
            </a:extLst>
          </p:cNvPr>
          <p:cNvSpPr/>
          <p:nvPr/>
        </p:nvSpPr>
        <p:spPr>
          <a:xfrm>
            <a:off x="196271" y="5716196"/>
            <a:ext cx="865120" cy="172720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F84FAF-081A-9196-4EC9-0A88194FAEFE}"/>
              </a:ext>
            </a:extLst>
          </p:cNvPr>
          <p:cNvSpPr/>
          <p:nvPr/>
        </p:nvSpPr>
        <p:spPr>
          <a:xfrm>
            <a:off x="231900" y="5762629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F2F910-2A74-F93F-9105-FF70F12F34AF}"/>
              </a:ext>
            </a:extLst>
          </p:cNvPr>
          <p:cNvSpPr/>
          <p:nvPr/>
        </p:nvSpPr>
        <p:spPr>
          <a:xfrm>
            <a:off x="941215" y="5758819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C3EC30-6B9D-D261-FA73-12D351BDD091}"/>
              </a:ext>
            </a:extLst>
          </p:cNvPr>
          <p:cNvSpPr/>
          <p:nvPr/>
        </p:nvSpPr>
        <p:spPr>
          <a:xfrm>
            <a:off x="799352" y="5758819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5D66B7-9207-DB3F-3648-06C647B16CA5}"/>
              </a:ext>
            </a:extLst>
          </p:cNvPr>
          <p:cNvSpPr/>
          <p:nvPr/>
        </p:nvSpPr>
        <p:spPr>
          <a:xfrm>
            <a:off x="657489" y="5761920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2E06C7-7F92-335A-135E-E342688D496D}"/>
              </a:ext>
            </a:extLst>
          </p:cNvPr>
          <p:cNvSpPr/>
          <p:nvPr/>
        </p:nvSpPr>
        <p:spPr>
          <a:xfrm>
            <a:off x="515626" y="576468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7FCFC4-B8B9-C4AE-6C14-BF406E1043EB}"/>
              </a:ext>
            </a:extLst>
          </p:cNvPr>
          <p:cNvSpPr/>
          <p:nvPr/>
        </p:nvSpPr>
        <p:spPr>
          <a:xfrm>
            <a:off x="373763" y="5764685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1DBF38E-161E-191D-16D1-F5F980CEDC70}"/>
              </a:ext>
            </a:extLst>
          </p:cNvPr>
          <p:cNvSpPr/>
          <p:nvPr/>
        </p:nvSpPr>
        <p:spPr>
          <a:xfrm>
            <a:off x="304895" y="6071795"/>
            <a:ext cx="648001" cy="172720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ABA4D3A-C4D3-66E7-79BE-C1822F2FE152}"/>
              </a:ext>
            </a:extLst>
          </p:cNvPr>
          <p:cNvSpPr/>
          <p:nvPr/>
        </p:nvSpPr>
        <p:spPr>
          <a:xfrm>
            <a:off x="364745" y="6112514"/>
            <a:ext cx="87475" cy="87475"/>
          </a:xfrm>
          <a:prstGeom prst="rect">
            <a:avLst/>
          </a:prstGeom>
          <a:solidFill>
            <a:srgbClr val="D3DAE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2FB0DC-8096-79D0-08D8-6565804D7FDA}"/>
              </a:ext>
            </a:extLst>
          </p:cNvPr>
          <p:cNvSpPr/>
          <p:nvPr/>
        </p:nvSpPr>
        <p:spPr>
          <a:xfrm>
            <a:off x="805996" y="6120285"/>
            <a:ext cx="87475" cy="87475"/>
          </a:xfrm>
          <a:prstGeom prst="rect">
            <a:avLst/>
          </a:prstGeom>
          <a:solidFill>
            <a:srgbClr val="C5E0B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57CF384-20C1-B827-FACB-E5FD62CB0A9C}"/>
              </a:ext>
            </a:extLst>
          </p:cNvPr>
          <p:cNvSpPr/>
          <p:nvPr/>
        </p:nvSpPr>
        <p:spPr>
          <a:xfrm>
            <a:off x="520940" y="6114419"/>
            <a:ext cx="87475" cy="87475"/>
          </a:xfrm>
          <a:prstGeom prst="rect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3F6EDA6-3EAD-4274-46EE-D09B1BE5CB2A}"/>
              </a:ext>
            </a:extLst>
          </p:cNvPr>
          <p:cNvSpPr/>
          <p:nvPr/>
        </p:nvSpPr>
        <p:spPr>
          <a:xfrm>
            <a:off x="1260657" y="4698932"/>
            <a:ext cx="770619" cy="203874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1" name="立方体 40">
            <a:extLst>
              <a:ext uri="{FF2B5EF4-FFF2-40B4-BE49-F238E27FC236}">
                <a16:creationId xmlns:a16="http://schemas.microsoft.com/office/drawing/2014/main" id="{4BC2C503-14E0-6BBC-EE14-D06B37D4B08C}"/>
              </a:ext>
            </a:extLst>
          </p:cNvPr>
          <p:cNvSpPr/>
          <p:nvPr/>
        </p:nvSpPr>
        <p:spPr>
          <a:xfrm>
            <a:off x="1292684" y="4728869"/>
            <a:ext cx="144438" cy="144000"/>
          </a:xfrm>
          <a:prstGeom prst="cube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2" name="立方体 41">
            <a:extLst>
              <a:ext uri="{FF2B5EF4-FFF2-40B4-BE49-F238E27FC236}">
                <a16:creationId xmlns:a16="http://schemas.microsoft.com/office/drawing/2014/main" id="{A07FA7FD-65E2-76B6-3200-85D881332EB9}"/>
              </a:ext>
            </a:extLst>
          </p:cNvPr>
          <p:cNvSpPr/>
          <p:nvPr/>
        </p:nvSpPr>
        <p:spPr>
          <a:xfrm>
            <a:off x="1831166" y="4728869"/>
            <a:ext cx="144438" cy="144000"/>
          </a:xfrm>
          <a:prstGeom prst="cube">
            <a:avLst/>
          </a:prstGeom>
          <a:solidFill>
            <a:srgbClr val="A5CE8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3" name="立方体 42">
            <a:extLst>
              <a:ext uri="{FF2B5EF4-FFF2-40B4-BE49-F238E27FC236}">
                <a16:creationId xmlns:a16="http://schemas.microsoft.com/office/drawing/2014/main" id="{8615A3AA-3DC8-092E-3D74-56FDBAAB3BF2}"/>
              </a:ext>
            </a:extLst>
          </p:cNvPr>
          <p:cNvSpPr/>
          <p:nvPr/>
        </p:nvSpPr>
        <p:spPr>
          <a:xfrm>
            <a:off x="1460100" y="4728869"/>
            <a:ext cx="144438" cy="144000"/>
          </a:xfrm>
          <a:prstGeom prst="cube">
            <a:avLst/>
          </a:prstGeom>
          <a:solidFill>
            <a:srgbClr val="93AFE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FCF00FB-340D-7047-9187-0C8E2DB0D36B}"/>
              </a:ext>
            </a:extLst>
          </p:cNvPr>
          <p:cNvSpPr/>
          <p:nvPr/>
        </p:nvSpPr>
        <p:spPr>
          <a:xfrm>
            <a:off x="1260656" y="5056359"/>
            <a:ext cx="570509" cy="180000"/>
          </a:xfrm>
          <a:prstGeom prst="roundRect">
            <a:avLst/>
          </a:prstGeom>
          <a:solidFill>
            <a:srgbClr val="B4C7E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FAEFE16-5AD3-4343-7137-6CE41BF55783}"/>
              </a:ext>
            </a:extLst>
          </p:cNvPr>
          <p:cNvSpPr/>
          <p:nvPr/>
        </p:nvSpPr>
        <p:spPr>
          <a:xfrm>
            <a:off x="1855017" y="5056359"/>
            <a:ext cx="358132" cy="180000"/>
          </a:xfrm>
          <a:prstGeom prst="roundRect">
            <a:avLst/>
          </a:prstGeom>
          <a:solidFill>
            <a:srgbClr val="B4C7E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58DC18-AF97-8157-1FA0-8696C67B809A}"/>
              </a:ext>
            </a:extLst>
          </p:cNvPr>
          <p:cNvSpPr/>
          <p:nvPr/>
        </p:nvSpPr>
        <p:spPr>
          <a:xfrm>
            <a:off x="2085019" y="5347629"/>
            <a:ext cx="87475" cy="87475"/>
          </a:xfrm>
          <a:prstGeom prst="rect">
            <a:avLst/>
          </a:prstGeom>
          <a:solidFill>
            <a:srgbClr val="88EA1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E6FDC1A-972F-8C42-8356-69431C9A803C}"/>
              </a:ext>
            </a:extLst>
          </p:cNvPr>
          <p:cNvSpPr/>
          <p:nvPr/>
        </p:nvSpPr>
        <p:spPr>
          <a:xfrm>
            <a:off x="1917831" y="5346173"/>
            <a:ext cx="87475" cy="87475"/>
          </a:xfrm>
          <a:prstGeom prst="rect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DA91BBC-407A-E776-FACD-6955E07CA416}"/>
              </a:ext>
            </a:extLst>
          </p:cNvPr>
          <p:cNvSpPr/>
          <p:nvPr/>
        </p:nvSpPr>
        <p:spPr>
          <a:xfrm>
            <a:off x="1706906" y="534617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5307279-583A-D0BC-02B9-0405C35ADD89}"/>
              </a:ext>
            </a:extLst>
          </p:cNvPr>
          <p:cNvSpPr/>
          <p:nvPr/>
        </p:nvSpPr>
        <p:spPr>
          <a:xfrm>
            <a:off x="1423100" y="5347631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77671F4-C69D-AF83-9C5C-B57197D90964}"/>
              </a:ext>
            </a:extLst>
          </p:cNvPr>
          <p:cNvSpPr/>
          <p:nvPr/>
        </p:nvSpPr>
        <p:spPr>
          <a:xfrm>
            <a:off x="1269807" y="534617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3A8CF68-2333-46E0-1343-D05B94629375}"/>
              </a:ext>
            </a:extLst>
          </p:cNvPr>
          <p:cNvSpPr/>
          <p:nvPr/>
        </p:nvSpPr>
        <p:spPr>
          <a:xfrm>
            <a:off x="1269673" y="5487519"/>
            <a:ext cx="87475" cy="87475"/>
          </a:xfrm>
          <a:prstGeom prst="rect">
            <a:avLst/>
          </a:prstGeom>
          <a:solidFill>
            <a:srgbClr val="DADA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12B2591-B32F-F0D5-1A10-3FD8488E837B}"/>
              </a:ext>
            </a:extLst>
          </p:cNvPr>
          <p:cNvSpPr/>
          <p:nvPr/>
        </p:nvSpPr>
        <p:spPr>
          <a:xfrm>
            <a:off x="1422966" y="5487519"/>
            <a:ext cx="87475" cy="87475"/>
          </a:xfrm>
          <a:prstGeom prst="rect">
            <a:avLst/>
          </a:prstGeom>
          <a:solidFill>
            <a:srgbClr val="DADA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E5B75F8-EE8F-140D-1D4D-A0B70AA86629}"/>
              </a:ext>
            </a:extLst>
          </p:cNvPr>
          <p:cNvSpPr/>
          <p:nvPr/>
        </p:nvSpPr>
        <p:spPr>
          <a:xfrm>
            <a:off x="1706771" y="5487519"/>
            <a:ext cx="87475" cy="87475"/>
          </a:xfrm>
          <a:prstGeom prst="rect">
            <a:avLst/>
          </a:prstGeom>
          <a:solidFill>
            <a:srgbClr val="DADA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A09B4F6-E2DE-CF40-9133-4212CB0F67AB}"/>
              </a:ext>
            </a:extLst>
          </p:cNvPr>
          <p:cNvSpPr/>
          <p:nvPr/>
        </p:nvSpPr>
        <p:spPr>
          <a:xfrm>
            <a:off x="1917697" y="5487519"/>
            <a:ext cx="87475" cy="87475"/>
          </a:xfrm>
          <a:prstGeom prst="rect">
            <a:avLst/>
          </a:prstGeom>
          <a:solidFill>
            <a:srgbClr val="92810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0246A71-4F19-58C4-51D4-2F308BDFDAB3}"/>
              </a:ext>
            </a:extLst>
          </p:cNvPr>
          <p:cNvSpPr/>
          <p:nvPr/>
        </p:nvSpPr>
        <p:spPr>
          <a:xfrm>
            <a:off x="2084885" y="5487519"/>
            <a:ext cx="87475" cy="87475"/>
          </a:xfrm>
          <a:prstGeom prst="rect">
            <a:avLst/>
          </a:prstGeom>
          <a:solidFill>
            <a:srgbClr val="C3EF2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D998F3C-0241-F782-0EAF-7EFB8B6F28D5}"/>
              </a:ext>
            </a:extLst>
          </p:cNvPr>
          <p:cNvSpPr/>
          <p:nvPr/>
        </p:nvSpPr>
        <p:spPr>
          <a:xfrm>
            <a:off x="1252462" y="5721091"/>
            <a:ext cx="946162" cy="180000"/>
          </a:xfrm>
          <a:prstGeom prst="roundRect">
            <a:avLst/>
          </a:prstGeom>
          <a:solidFill>
            <a:srgbClr val="B4C7E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7030FF0-BD5C-C773-CECF-AE6132238787}"/>
              </a:ext>
            </a:extLst>
          </p:cNvPr>
          <p:cNvSpPr/>
          <p:nvPr/>
        </p:nvSpPr>
        <p:spPr>
          <a:xfrm>
            <a:off x="1002554" y="6034030"/>
            <a:ext cx="1196071" cy="377381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01BE0A6-070C-E61F-0C19-0594D681325B}"/>
              </a:ext>
            </a:extLst>
          </p:cNvPr>
          <p:cNvSpPr/>
          <p:nvPr/>
        </p:nvSpPr>
        <p:spPr>
          <a:xfrm>
            <a:off x="1021614" y="6057524"/>
            <a:ext cx="832528" cy="153115"/>
          </a:xfrm>
          <a:prstGeom prst="roundRect">
            <a:avLst/>
          </a:prstGeom>
          <a:solidFill>
            <a:srgbClr val="C2C1C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51A5036-D7A1-8994-94E6-FF477DC6EB4B}"/>
              </a:ext>
            </a:extLst>
          </p:cNvPr>
          <p:cNvSpPr/>
          <p:nvPr/>
        </p:nvSpPr>
        <p:spPr>
          <a:xfrm>
            <a:off x="1267025" y="609034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6F44E1D-0100-014F-7F0C-B8A5E9F7B1CF}"/>
              </a:ext>
            </a:extLst>
          </p:cNvPr>
          <p:cNvSpPr/>
          <p:nvPr/>
        </p:nvSpPr>
        <p:spPr>
          <a:xfrm>
            <a:off x="1420318" y="609034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A0DBE1F-1A67-6555-2088-23215312005C}"/>
              </a:ext>
            </a:extLst>
          </p:cNvPr>
          <p:cNvSpPr/>
          <p:nvPr/>
        </p:nvSpPr>
        <p:spPr>
          <a:xfrm>
            <a:off x="1704123" y="6090344"/>
            <a:ext cx="87475" cy="87475"/>
          </a:xfrm>
          <a:prstGeom prst="rect">
            <a:avLst/>
          </a:prstGeom>
          <a:solidFill>
            <a:srgbClr val="8FABD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6DAD3846-C3A3-3DF8-5B7B-80154F9E0D0E}"/>
              </a:ext>
            </a:extLst>
          </p:cNvPr>
          <p:cNvSpPr/>
          <p:nvPr/>
        </p:nvSpPr>
        <p:spPr>
          <a:xfrm>
            <a:off x="1017659" y="6232221"/>
            <a:ext cx="832528" cy="153115"/>
          </a:xfrm>
          <a:prstGeom prst="roundRect">
            <a:avLst/>
          </a:prstGeom>
          <a:solidFill>
            <a:srgbClr val="C2C1C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731DD5A-AEC4-2DD6-18AD-023CA1205E7C}"/>
              </a:ext>
            </a:extLst>
          </p:cNvPr>
          <p:cNvSpPr/>
          <p:nvPr/>
        </p:nvSpPr>
        <p:spPr>
          <a:xfrm>
            <a:off x="1263069" y="6265041"/>
            <a:ext cx="87475" cy="87475"/>
          </a:xfrm>
          <a:prstGeom prst="rect">
            <a:avLst/>
          </a:prstGeom>
          <a:solidFill>
            <a:srgbClr val="D9D9D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7A9364B-692D-FB07-C47C-9AB5F673C441}"/>
              </a:ext>
            </a:extLst>
          </p:cNvPr>
          <p:cNvSpPr/>
          <p:nvPr/>
        </p:nvSpPr>
        <p:spPr>
          <a:xfrm>
            <a:off x="1416362" y="6265041"/>
            <a:ext cx="87475" cy="87475"/>
          </a:xfrm>
          <a:prstGeom prst="rect">
            <a:avLst/>
          </a:prstGeom>
          <a:solidFill>
            <a:srgbClr val="D9D9D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9A01196-58EE-CAF8-F33B-E7F710E47561}"/>
              </a:ext>
            </a:extLst>
          </p:cNvPr>
          <p:cNvSpPr/>
          <p:nvPr/>
        </p:nvSpPr>
        <p:spPr>
          <a:xfrm>
            <a:off x="1700168" y="6265041"/>
            <a:ext cx="87475" cy="87475"/>
          </a:xfrm>
          <a:prstGeom prst="rect">
            <a:avLst/>
          </a:prstGeom>
          <a:solidFill>
            <a:srgbClr val="D9D9D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4595D41-FB47-C3D0-A9A4-BF8D182175BB}"/>
              </a:ext>
            </a:extLst>
          </p:cNvPr>
          <p:cNvSpPr/>
          <p:nvPr/>
        </p:nvSpPr>
        <p:spPr>
          <a:xfrm>
            <a:off x="2068025" y="6265041"/>
            <a:ext cx="87475" cy="8747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F30DD2C-3F43-30BB-B9ED-0DFCC988CEFA}"/>
              </a:ext>
            </a:extLst>
          </p:cNvPr>
          <p:cNvSpPr/>
          <p:nvPr/>
        </p:nvSpPr>
        <p:spPr>
          <a:xfrm>
            <a:off x="1914732" y="6265041"/>
            <a:ext cx="87475" cy="8747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7A47374-2A01-7987-9BDA-CCF19FAE2F5C}"/>
              </a:ext>
            </a:extLst>
          </p:cNvPr>
          <p:cNvSpPr/>
          <p:nvPr/>
        </p:nvSpPr>
        <p:spPr>
          <a:xfrm>
            <a:off x="1911068" y="6090344"/>
            <a:ext cx="87475" cy="87475"/>
          </a:xfrm>
          <a:prstGeom prst="rect">
            <a:avLst/>
          </a:prstGeom>
          <a:solidFill>
            <a:srgbClr val="BE91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69293AD-E5D5-1066-6E86-9006B143194E}"/>
              </a:ext>
            </a:extLst>
          </p:cNvPr>
          <p:cNvSpPr/>
          <p:nvPr/>
        </p:nvSpPr>
        <p:spPr>
          <a:xfrm>
            <a:off x="2064361" y="6090344"/>
            <a:ext cx="87475" cy="87475"/>
          </a:xfrm>
          <a:prstGeom prst="rect">
            <a:avLst/>
          </a:prstGeom>
          <a:solidFill>
            <a:srgbClr val="843C0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F3431D33-E714-78AD-EB07-6CE60DCC95C9}"/>
              </a:ext>
            </a:extLst>
          </p:cNvPr>
          <p:cNvSpPr/>
          <p:nvPr/>
        </p:nvSpPr>
        <p:spPr>
          <a:xfrm>
            <a:off x="2345332" y="4333749"/>
            <a:ext cx="1800001" cy="2367207"/>
          </a:xfrm>
          <a:prstGeom prst="roundRect">
            <a:avLst>
              <a:gd name="adj" fmla="val 6686"/>
            </a:avLst>
          </a:prstGeom>
          <a:solidFill>
            <a:srgbClr val="FFF2CD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47FDEE6B-68C3-C8B3-AFB7-561ABE17B719}"/>
              </a:ext>
            </a:extLst>
          </p:cNvPr>
          <p:cNvSpPr/>
          <p:nvPr/>
        </p:nvSpPr>
        <p:spPr>
          <a:xfrm>
            <a:off x="2827466" y="4371885"/>
            <a:ext cx="770619" cy="203874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2" name="立方体 71">
            <a:extLst>
              <a:ext uri="{FF2B5EF4-FFF2-40B4-BE49-F238E27FC236}">
                <a16:creationId xmlns:a16="http://schemas.microsoft.com/office/drawing/2014/main" id="{7D1FF35C-0D74-1B69-8560-D3E36C78C303}"/>
              </a:ext>
            </a:extLst>
          </p:cNvPr>
          <p:cNvSpPr/>
          <p:nvPr/>
        </p:nvSpPr>
        <p:spPr>
          <a:xfrm>
            <a:off x="2865208" y="4400461"/>
            <a:ext cx="144438" cy="144000"/>
          </a:xfrm>
          <a:prstGeom prst="cube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3" name="立方体 72">
            <a:extLst>
              <a:ext uri="{FF2B5EF4-FFF2-40B4-BE49-F238E27FC236}">
                <a16:creationId xmlns:a16="http://schemas.microsoft.com/office/drawing/2014/main" id="{4100C154-8E91-2FC0-C8DD-3AF4B5CA061F}"/>
              </a:ext>
            </a:extLst>
          </p:cNvPr>
          <p:cNvSpPr/>
          <p:nvPr/>
        </p:nvSpPr>
        <p:spPr>
          <a:xfrm>
            <a:off x="3030717" y="4400461"/>
            <a:ext cx="144438" cy="144000"/>
          </a:xfrm>
          <a:prstGeom prst="cube">
            <a:avLst/>
          </a:prstGeom>
          <a:solidFill>
            <a:srgbClr val="93AFE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4" name="立方体 73">
            <a:extLst>
              <a:ext uri="{FF2B5EF4-FFF2-40B4-BE49-F238E27FC236}">
                <a16:creationId xmlns:a16="http://schemas.microsoft.com/office/drawing/2014/main" id="{7DFF8372-029F-759C-1B4E-42697A2BEB81}"/>
              </a:ext>
            </a:extLst>
          </p:cNvPr>
          <p:cNvSpPr/>
          <p:nvPr/>
        </p:nvSpPr>
        <p:spPr>
          <a:xfrm>
            <a:off x="3392258" y="4400461"/>
            <a:ext cx="144438" cy="144000"/>
          </a:xfrm>
          <a:prstGeom prst="cube">
            <a:avLst/>
          </a:prstGeom>
          <a:solidFill>
            <a:srgbClr val="A5CE8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D69A69F4-623D-117B-F86F-59509CB8AA6A}"/>
              </a:ext>
            </a:extLst>
          </p:cNvPr>
          <p:cNvSpPr/>
          <p:nvPr/>
        </p:nvSpPr>
        <p:spPr>
          <a:xfrm>
            <a:off x="2758714" y="4668995"/>
            <a:ext cx="913664" cy="181136"/>
          </a:xfrm>
          <a:prstGeom prst="roundRect">
            <a:avLst/>
          </a:prstGeom>
          <a:solidFill>
            <a:srgbClr val="FEE69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A0CB928-78BD-30E5-B4A0-3C08FA2DADF4}"/>
              </a:ext>
            </a:extLst>
          </p:cNvPr>
          <p:cNvSpPr/>
          <p:nvPr/>
        </p:nvSpPr>
        <p:spPr>
          <a:xfrm>
            <a:off x="2525795" y="4973554"/>
            <a:ext cx="619148" cy="632226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6A7CFC1-B37F-7A31-2066-B37FBC5A5AD0}"/>
              </a:ext>
            </a:extLst>
          </p:cNvPr>
          <p:cNvSpPr/>
          <p:nvPr/>
        </p:nvSpPr>
        <p:spPr>
          <a:xfrm>
            <a:off x="3296426" y="4973554"/>
            <a:ext cx="619148" cy="632226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AC3CA3AF-BF27-C30C-3E35-BE8F34DA2DBC}"/>
              </a:ext>
            </a:extLst>
          </p:cNvPr>
          <p:cNvSpPr/>
          <p:nvPr/>
        </p:nvSpPr>
        <p:spPr>
          <a:xfrm>
            <a:off x="2383041" y="5718101"/>
            <a:ext cx="832528" cy="153115"/>
          </a:xfrm>
          <a:prstGeom prst="roundRect">
            <a:avLst/>
          </a:prstGeom>
          <a:solidFill>
            <a:srgbClr val="FEFDCE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6683BFA-1734-B312-1906-F980247E7BE1}"/>
              </a:ext>
            </a:extLst>
          </p:cNvPr>
          <p:cNvSpPr/>
          <p:nvPr/>
        </p:nvSpPr>
        <p:spPr>
          <a:xfrm>
            <a:off x="2628451" y="5750921"/>
            <a:ext cx="87475" cy="87475"/>
          </a:xfrm>
          <a:prstGeom prst="rect">
            <a:avLst/>
          </a:prstGeom>
          <a:solidFill>
            <a:srgbClr val="54CB0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D38A4FA-ACEE-37C4-8D4B-44E6C97E135F}"/>
              </a:ext>
            </a:extLst>
          </p:cNvPr>
          <p:cNvSpPr/>
          <p:nvPr/>
        </p:nvSpPr>
        <p:spPr>
          <a:xfrm>
            <a:off x="2781744" y="5750921"/>
            <a:ext cx="87475" cy="87475"/>
          </a:xfrm>
          <a:prstGeom prst="rect">
            <a:avLst/>
          </a:prstGeom>
          <a:solidFill>
            <a:srgbClr val="5FF4C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FB8839C-B504-393C-E80A-7A596BF7D0B8}"/>
              </a:ext>
            </a:extLst>
          </p:cNvPr>
          <p:cNvSpPr/>
          <p:nvPr/>
        </p:nvSpPr>
        <p:spPr>
          <a:xfrm>
            <a:off x="3065549" y="5750921"/>
            <a:ext cx="87475" cy="87475"/>
          </a:xfrm>
          <a:prstGeom prst="rect">
            <a:avLst/>
          </a:prstGeom>
          <a:solidFill>
            <a:srgbClr val="35F83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685BA48-0B1A-7F18-0181-634F4E295E0A}"/>
              </a:ext>
            </a:extLst>
          </p:cNvPr>
          <p:cNvSpPr/>
          <p:nvPr/>
        </p:nvSpPr>
        <p:spPr>
          <a:xfrm>
            <a:off x="3272000" y="5718101"/>
            <a:ext cx="832528" cy="153115"/>
          </a:xfrm>
          <a:prstGeom prst="roundRect">
            <a:avLst/>
          </a:prstGeom>
          <a:solidFill>
            <a:srgbClr val="FEFDCE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EAE4465-1243-BC28-4B17-29A42366C692}"/>
              </a:ext>
            </a:extLst>
          </p:cNvPr>
          <p:cNvSpPr/>
          <p:nvPr/>
        </p:nvSpPr>
        <p:spPr>
          <a:xfrm>
            <a:off x="3329450" y="5750921"/>
            <a:ext cx="87475" cy="87475"/>
          </a:xfrm>
          <a:prstGeom prst="rect">
            <a:avLst/>
          </a:prstGeom>
          <a:solidFill>
            <a:srgbClr val="9A880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81B5F07-935F-8EB6-97B2-0B742BF4D255}"/>
              </a:ext>
            </a:extLst>
          </p:cNvPr>
          <p:cNvSpPr/>
          <p:nvPr/>
        </p:nvSpPr>
        <p:spPr>
          <a:xfrm>
            <a:off x="3482743" y="5750921"/>
            <a:ext cx="87475" cy="87475"/>
          </a:xfrm>
          <a:prstGeom prst="rect">
            <a:avLst/>
          </a:prstGeom>
          <a:solidFill>
            <a:srgbClr val="C8E55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DBFE065-90C4-D170-4933-B35BE2349BEC}"/>
              </a:ext>
            </a:extLst>
          </p:cNvPr>
          <p:cNvSpPr/>
          <p:nvPr/>
        </p:nvSpPr>
        <p:spPr>
          <a:xfrm>
            <a:off x="3766548" y="5750921"/>
            <a:ext cx="87475" cy="87475"/>
          </a:xfrm>
          <a:prstGeom prst="rect">
            <a:avLst/>
          </a:prstGeom>
          <a:solidFill>
            <a:srgbClr val="08F79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E2BFA5FF-590A-E7F6-8D26-A1773F0056F2}"/>
              </a:ext>
            </a:extLst>
          </p:cNvPr>
          <p:cNvSpPr/>
          <p:nvPr/>
        </p:nvSpPr>
        <p:spPr>
          <a:xfrm>
            <a:off x="2728680" y="6059332"/>
            <a:ext cx="959585" cy="153115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ADE6D6B-835C-A6ED-429E-59A26FBFC63D}"/>
              </a:ext>
            </a:extLst>
          </p:cNvPr>
          <p:cNvSpPr/>
          <p:nvPr/>
        </p:nvSpPr>
        <p:spPr>
          <a:xfrm>
            <a:off x="2788633" y="6090344"/>
            <a:ext cx="87475" cy="87475"/>
          </a:xfrm>
          <a:prstGeom prst="rect">
            <a:avLst/>
          </a:prstGeom>
          <a:solidFill>
            <a:srgbClr val="C9FC4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5DFD7CA-E648-41C7-FD0D-F9CD1792DF69}"/>
              </a:ext>
            </a:extLst>
          </p:cNvPr>
          <p:cNvSpPr/>
          <p:nvPr/>
        </p:nvSpPr>
        <p:spPr>
          <a:xfrm>
            <a:off x="2876108" y="6090344"/>
            <a:ext cx="87475" cy="87475"/>
          </a:xfrm>
          <a:prstGeom prst="rect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3D1E21D-BCA5-6F92-6E33-946E55617826}"/>
              </a:ext>
            </a:extLst>
          </p:cNvPr>
          <p:cNvSpPr/>
          <p:nvPr/>
        </p:nvSpPr>
        <p:spPr>
          <a:xfrm>
            <a:off x="3146211" y="6090344"/>
            <a:ext cx="87475" cy="87475"/>
          </a:xfrm>
          <a:prstGeom prst="rect">
            <a:avLst/>
          </a:prstGeom>
          <a:solidFill>
            <a:srgbClr val="5FE8C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6707A45-5FF6-9F49-2AEB-81EAF81083AE}"/>
              </a:ext>
            </a:extLst>
          </p:cNvPr>
          <p:cNvSpPr/>
          <p:nvPr/>
        </p:nvSpPr>
        <p:spPr>
          <a:xfrm>
            <a:off x="3058736" y="6090344"/>
            <a:ext cx="87475" cy="87475"/>
          </a:xfrm>
          <a:prstGeom prst="rect">
            <a:avLst/>
          </a:prstGeom>
          <a:solidFill>
            <a:srgbClr val="1CF7E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D02A3D6-5B0F-D64A-23DE-3C7AF063D1A0}"/>
              </a:ext>
            </a:extLst>
          </p:cNvPr>
          <p:cNvSpPr/>
          <p:nvPr/>
        </p:nvSpPr>
        <p:spPr>
          <a:xfrm>
            <a:off x="3543490" y="6090671"/>
            <a:ext cx="87475" cy="87475"/>
          </a:xfrm>
          <a:prstGeom prst="rect">
            <a:avLst/>
          </a:prstGeom>
          <a:solidFill>
            <a:srgbClr val="5DE67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F83080F-8A26-FDEB-BD07-2745D4588893}"/>
              </a:ext>
            </a:extLst>
          </p:cNvPr>
          <p:cNvSpPr/>
          <p:nvPr/>
        </p:nvSpPr>
        <p:spPr>
          <a:xfrm>
            <a:off x="3456016" y="6090671"/>
            <a:ext cx="87475" cy="87475"/>
          </a:xfrm>
          <a:prstGeom prst="rect">
            <a:avLst/>
          </a:prstGeom>
          <a:solidFill>
            <a:srgbClr val="0FEA3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2C3D7818-52AC-B5AA-B79E-A205F4702660}"/>
              </a:ext>
            </a:extLst>
          </p:cNvPr>
          <p:cNvSpPr/>
          <p:nvPr/>
        </p:nvSpPr>
        <p:spPr>
          <a:xfrm>
            <a:off x="2708655" y="6301138"/>
            <a:ext cx="1001760" cy="153115"/>
          </a:xfrm>
          <a:prstGeom prst="roundRect">
            <a:avLst/>
          </a:prstGeom>
          <a:solidFill>
            <a:srgbClr val="FFE69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D43C8EA-70A3-59E6-F92D-E6F9BD194374}"/>
              </a:ext>
            </a:extLst>
          </p:cNvPr>
          <p:cNvSpPr/>
          <p:nvPr/>
        </p:nvSpPr>
        <p:spPr>
          <a:xfrm>
            <a:off x="2686504" y="6531652"/>
            <a:ext cx="1054454" cy="114894"/>
          </a:xfrm>
          <a:prstGeom prst="rect">
            <a:avLst/>
          </a:prstGeom>
          <a:solidFill>
            <a:srgbClr val="FFE699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FCCDE400-A2D1-5AFB-562B-E925D3D7BAC4}"/>
              </a:ext>
            </a:extLst>
          </p:cNvPr>
          <p:cNvSpPr/>
          <p:nvPr/>
        </p:nvSpPr>
        <p:spPr>
          <a:xfrm>
            <a:off x="4256012" y="4303915"/>
            <a:ext cx="2556000" cy="2367207"/>
          </a:xfrm>
          <a:prstGeom prst="roundRect">
            <a:avLst>
              <a:gd name="adj" fmla="val 6686"/>
            </a:avLst>
          </a:prstGeom>
          <a:solidFill>
            <a:srgbClr val="E2F0D9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52E3810-1963-8698-ACB6-D98F45CC4457}"/>
              </a:ext>
            </a:extLst>
          </p:cNvPr>
          <p:cNvSpPr/>
          <p:nvPr/>
        </p:nvSpPr>
        <p:spPr>
          <a:xfrm>
            <a:off x="4338577" y="4400460"/>
            <a:ext cx="419579" cy="44967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78DD51B-E0EE-F21D-A7AE-55106088A26E}"/>
              </a:ext>
            </a:extLst>
          </p:cNvPr>
          <p:cNvSpPr/>
          <p:nvPr/>
        </p:nvSpPr>
        <p:spPr>
          <a:xfrm>
            <a:off x="6085736" y="4400460"/>
            <a:ext cx="419579" cy="44967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2237596-5ACF-5626-0576-8B4EE05DE362}"/>
              </a:ext>
            </a:extLst>
          </p:cNvPr>
          <p:cNvSpPr/>
          <p:nvPr/>
        </p:nvSpPr>
        <p:spPr>
          <a:xfrm>
            <a:off x="5490106" y="4400460"/>
            <a:ext cx="419579" cy="44967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A89D9F0C-102E-AAB3-C23D-A2101F88FF3B}"/>
              </a:ext>
            </a:extLst>
          </p:cNvPr>
          <p:cNvSpPr/>
          <p:nvPr/>
        </p:nvSpPr>
        <p:spPr>
          <a:xfrm>
            <a:off x="4891026" y="4400460"/>
            <a:ext cx="419579" cy="449670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5" name="梯形 104">
            <a:extLst>
              <a:ext uri="{FF2B5EF4-FFF2-40B4-BE49-F238E27FC236}">
                <a16:creationId xmlns:a16="http://schemas.microsoft.com/office/drawing/2014/main" id="{7BFB0FEB-7192-D300-01AC-EFB98B1A461F}"/>
              </a:ext>
            </a:extLst>
          </p:cNvPr>
          <p:cNvSpPr/>
          <p:nvPr/>
        </p:nvSpPr>
        <p:spPr>
          <a:xfrm rot="10800000">
            <a:off x="4302420" y="4914382"/>
            <a:ext cx="491893" cy="111007"/>
          </a:xfrm>
          <a:prstGeom prst="trapezoid">
            <a:avLst>
              <a:gd name="adj" fmla="val 36207"/>
            </a:avLst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1E135F9F-876B-B542-3F2E-5D8178A68602}"/>
              </a:ext>
            </a:extLst>
          </p:cNvPr>
          <p:cNvSpPr/>
          <p:nvPr/>
        </p:nvSpPr>
        <p:spPr>
          <a:xfrm>
            <a:off x="4292784" y="5108532"/>
            <a:ext cx="51116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7" name="梯形 106">
            <a:extLst>
              <a:ext uri="{FF2B5EF4-FFF2-40B4-BE49-F238E27FC236}">
                <a16:creationId xmlns:a16="http://schemas.microsoft.com/office/drawing/2014/main" id="{D14F28B2-03EB-6B2D-FF27-3EECC194659A}"/>
              </a:ext>
            </a:extLst>
          </p:cNvPr>
          <p:cNvSpPr/>
          <p:nvPr/>
        </p:nvSpPr>
        <p:spPr>
          <a:xfrm rot="10800000">
            <a:off x="4854871" y="4918051"/>
            <a:ext cx="491893" cy="111007"/>
          </a:xfrm>
          <a:prstGeom prst="trapezoid">
            <a:avLst>
              <a:gd name="adj" fmla="val 36207"/>
            </a:avLst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1C6E2AF-1ACA-3EE6-DB36-FD5D95AFD699}"/>
              </a:ext>
            </a:extLst>
          </p:cNvPr>
          <p:cNvSpPr/>
          <p:nvPr/>
        </p:nvSpPr>
        <p:spPr>
          <a:xfrm>
            <a:off x="4845233" y="5112202"/>
            <a:ext cx="51116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4842CDA4-B36D-037C-E2F0-B6A26E67D2A0}"/>
              </a:ext>
            </a:extLst>
          </p:cNvPr>
          <p:cNvSpPr/>
          <p:nvPr/>
        </p:nvSpPr>
        <p:spPr>
          <a:xfrm>
            <a:off x="4466222" y="5433061"/>
            <a:ext cx="72747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BB24D81-3D14-88DF-D638-8D30366F0BCC}"/>
              </a:ext>
            </a:extLst>
          </p:cNvPr>
          <p:cNvSpPr/>
          <p:nvPr/>
        </p:nvSpPr>
        <p:spPr>
          <a:xfrm>
            <a:off x="4341314" y="5658748"/>
            <a:ext cx="980794" cy="92172"/>
          </a:xfrm>
          <a:prstGeom prst="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D38338F-D9ED-FF78-964B-44D090F46087}"/>
              </a:ext>
            </a:extLst>
          </p:cNvPr>
          <p:cNvSpPr/>
          <p:nvPr/>
        </p:nvSpPr>
        <p:spPr>
          <a:xfrm>
            <a:off x="4613956" y="6214036"/>
            <a:ext cx="440944" cy="433071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B96700E3-8763-7348-8BED-9408906262D0}"/>
              </a:ext>
            </a:extLst>
          </p:cNvPr>
          <p:cNvSpPr/>
          <p:nvPr/>
        </p:nvSpPr>
        <p:spPr>
          <a:xfrm>
            <a:off x="4526932" y="5853650"/>
            <a:ext cx="612295" cy="203874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3" name="立方体 112">
            <a:extLst>
              <a:ext uri="{FF2B5EF4-FFF2-40B4-BE49-F238E27FC236}">
                <a16:creationId xmlns:a16="http://schemas.microsoft.com/office/drawing/2014/main" id="{11F10BAD-42B4-B523-9508-74076A1EEB4C}"/>
              </a:ext>
            </a:extLst>
          </p:cNvPr>
          <p:cNvSpPr/>
          <p:nvPr/>
        </p:nvSpPr>
        <p:spPr>
          <a:xfrm>
            <a:off x="4558961" y="5883587"/>
            <a:ext cx="144438" cy="144000"/>
          </a:xfrm>
          <a:prstGeom prst="cube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4" name="立方体 113">
            <a:extLst>
              <a:ext uri="{FF2B5EF4-FFF2-40B4-BE49-F238E27FC236}">
                <a16:creationId xmlns:a16="http://schemas.microsoft.com/office/drawing/2014/main" id="{BB834C36-29C2-0814-7B28-4A0810590107}"/>
              </a:ext>
            </a:extLst>
          </p:cNvPr>
          <p:cNvSpPr/>
          <p:nvPr/>
        </p:nvSpPr>
        <p:spPr>
          <a:xfrm>
            <a:off x="4757908" y="5883587"/>
            <a:ext cx="144438" cy="144000"/>
          </a:xfrm>
          <a:prstGeom prst="cube">
            <a:avLst/>
          </a:prstGeom>
          <a:solidFill>
            <a:srgbClr val="93AFE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5" name="立方体 114">
            <a:extLst>
              <a:ext uri="{FF2B5EF4-FFF2-40B4-BE49-F238E27FC236}">
                <a16:creationId xmlns:a16="http://schemas.microsoft.com/office/drawing/2014/main" id="{5FBA60AD-1AC7-FBDB-4A92-7C7943EA6AF0}"/>
              </a:ext>
            </a:extLst>
          </p:cNvPr>
          <p:cNvSpPr/>
          <p:nvPr/>
        </p:nvSpPr>
        <p:spPr>
          <a:xfrm>
            <a:off x="4956856" y="5883587"/>
            <a:ext cx="144438" cy="144000"/>
          </a:xfrm>
          <a:prstGeom prst="cube">
            <a:avLst/>
          </a:prstGeom>
          <a:solidFill>
            <a:srgbClr val="A5CE8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6" name="梯形 115">
            <a:extLst>
              <a:ext uri="{FF2B5EF4-FFF2-40B4-BE49-F238E27FC236}">
                <a16:creationId xmlns:a16="http://schemas.microsoft.com/office/drawing/2014/main" id="{CF20F4BD-127B-C489-0F55-B07410703F48}"/>
              </a:ext>
            </a:extLst>
          </p:cNvPr>
          <p:cNvSpPr/>
          <p:nvPr/>
        </p:nvSpPr>
        <p:spPr>
          <a:xfrm rot="10800000">
            <a:off x="6047039" y="4918051"/>
            <a:ext cx="491893" cy="111007"/>
          </a:xfrm>
          <a:prstGeom prst="trapezoid">
            <a:avLst>
              <a:gd name="adj" fmla="val 36207"/>
            </a:avLst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22EFC58E-DDF9-8CA6-9A49-68B3C4861A93}"/>
              </a:ext>
            </a:extLst>
          </p:cNvPr>
          <p:cNvSpPr/>
          <p:nvPr/>
        </p:nvSpPr>
        <p:spPr>
          <a:xfrm>
            <a:off x="5444313" y="5108532"/>
            <a:ext cx="51116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8" name="梯形 117">
            <a:extLst>
              <a:ext uri="{FF2B5EF4-FFF2-40B4-BE49-F238E27FC236}">
                <a16:creationId xmlns:a16="http://schemas.microsoft.com/office/drawing/2014/main" id="{BB64F132-9D27-9346-1222-2AB4498EEFDC}"/>
              </a:ext>
            </a:extLst>
          </p:cNvPr>
          <p:cNvSpPr/>
          <p:nvPr/>
        </p:nvSpPr>
        <p:spPr>
          <a:xfrm rot="10800000">
            <a:off x="5453949" y="4914382"/>
            <a:ext cx="491893" cy="111007"/>
          </a:xfrm>
          <a:prstGeom prst="trapezoid">
            <a:avLst>
              <a:gd name="adj" fmla="val 36207"/>
            </a:avLst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AB02F276-47C9-D7FE-8643-35F85090CF6B}"/>
              </a:ext>
            </a:extLst>
          </p:cNvPr>
          <p:cNvSpPr/>
          <p:nvPr/>
        </p:nvSpPr>
        <p:spPr>
          <a:xfrm>
            <a:off x="6037403" y="5112202"/>
            <a:ext cx="51116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D747DDA1-4C29-8447-A4CC-56D51B49BF61}"/>
              </a:ext>
            </a:extLst>
          </p:cNvPr>
          <p:cNvSpPr/>
          <p:nvPr/>
        </p:nvSpPr>
        <p:spPr>
          <a:xfrm>
            <a:off x="5629181" y="5433061"/>
            <a:ext cx="727475" cy="127827"/>
          </a:xfrm>
          <a:prstGeom prst="round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AE3DF174-3391-23BA-0711-7F6BE8B0CFD1}"/>
              </a:ext>
            </a:extLst>
          </p:cNvPr>
          <p:cNvSpPr/>
          <p:nvPr/>
        </p:nvSpPr>
        <p:spPr>
          <a:xfrm>
            <a:off x="5504274" y="5658748"/>
            <a:ext cx="980794" cy="92172"/>
          </a:xfrm>
          <a:prstGeom prst="rect">
            <a:avLst/>
          </a:prstGeom>
          <a:solidFill>
            <a:srgbClr val="A8D18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D9F8A883-7DC9-1DE5-9EEB-B6C5C0D9BA84}"/>
              </a:ext>
            </a:extLst>
          </p:cNvPr>
          <p:cNvSpPr/>
          <p:nvPr/>
        </p:nvSpPr>
        <p:spPr>
          <a:xfrm>
            <a:off x="5690253" y="5856622"/>
            <a:ext cx="612295" cy="203874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8" name="立方体 127">
            <a:extLst>
              <a:ext uri="{FF2B5EF4-FFF2-40B4-BE49-F238E27FC236}">
                <a16:creationId xmlns:a16="http://schemas.microsoft.com/office/drawing/2014/main" id="{324834B7-4360-FD7B-80EF-B17DC9F8FD0E}"/>
              </a:ext>
            </a:extLst>
          </p:cNvPr>
          <p:cNvSpPr/>
          <p:nvPr/>
        </p:nvSpPr>
        <p:spPr>
          <a:xfrm>
            <a:off x="5722281" y="5886559"/>
            <a:ext cx="144438" cy="144000"/>
          </a:xfrm>
          <a:prstGeom prst="cube">
            <a:avLst/>
          </a:prstGeom>
          <a:solidFill>
            <a:srgbClr val="FED96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29" name="立方体 128">
            <a:extLst>
              <a:ext uri="{FF2B5EF4-FFF2-40B4-BE49-F238E27FC236}">
                <a16:creationId xmlns:a16="http://schemas.microsoft.com/office/drawing/2014/main" id="{E60B5DDF-698D-195B-A6C7-7A1C4B6705E5}"/>
              </a:ext>
            </a:extLst>
          </p:cNvPr>
          <p:cNvSpPr/>
          <p:nvPr/>
        </p:nvSpPr>
        <p:spPr>
          <a:xfrm>
            <a:off x="5921228" y="5886559"/>
            <a:ext cx="144438" cy="144000"/>
          </a:xfrm>
          <a:prstGeom prst="cube">
            <a:avLst/>
          </a:prstGeom>
          <a:solidFill>
            <a:srgbClr val="93AFE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0" name="立方体 129">
            <a:extLst>
              <a:ext uri="{FF2B5EF4-FFF2-40B4-BE49-F238E27FC236}">
                <a16:creationId xmlns:a16="http://schemas.microsoft.com/office/drawing/2014/main" id="{59B33052-032A-6E7B-D042-107828A8EC2F}"/>
              </a:ext>
            </a:extLst>
          </p:cNvPr>
          <p:cNvSpPr/>
          <p:nvPr/>
        </p:nvSpPr>
        <p:spPr>
          <a:xfrm>
            <a:off x="6120176" y="5886559"/>
            <a:ext cx="144438" cy="144000"/>
          </a:xfrm>
          <a:prstGeom prst="cube">
            <a:avLst/>
          </a:prstGeom>
          <a:solidFill>
            <a:srgbClr val="A5CE8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4225268-A07F-6E7A-E683-D239095CBB45}"/>
              </a:ext>
            </a:extLst>
          </p:cNvPr>
          <p:cNvSpPr/>
          <p:nvPr/>
        </p:nvSpPr>
        <p:spPr>
          <a:xfrm>
            <a:off x="5780414" y="6209361"/>
            <a:ext cx="440944" cy="433071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16D42425-5284-B75B-A19D-BCCD1DAFDC44}"/>
              </a:ext>
            </a:extLst>
          </p:cNvPr>
          <p:cNvCxnSpPr>
            <a:cxnSpLocks/>
          </p:cNvCxnSpPr>
          <p:nvPr/>
        </p:nvCxnSpPr>
        <p:spPr>
          <a:xfrm flipH="1">
            <a:off x="395183" y="3976572"/>
            <a:ext cx="622476" cy="3435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AE8C754E-EE60-DC27-8F5F-58853267030B}"/>
              </a:ext>
            </a:extLst>
          </p:cNvPr>
          <p:cNvCxnSpPr/>
          <p:nvPr/>
        </p:nvCxnSpPr>
        <p:spPr>
          <a:xfrm>
            <a:off x="1700167" y="3992269"/>
            <a:ext cx="275437" cy="3320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9B28CEAE-4B15-76A3-0AFD-717AF7B6D679}"/>
              </a:ext>
            </a:extLst>
          </p:cNvPr>
          <p:cNvCxnSpPr/>
          <p:nvPr/>
        </p:nvCxnSpPr>
        <p:spPr>
          <a:xfrm flipH="1">
            <a:off x="2525796" y="3992269"/>
            <a:ext cx="188749" cy="3320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9C066ACC-2670-9745-4690-36221D6F952A}"/>
              </a:ext>
            </a:extLst>
          </p:cNvPr>
          <p:cNvCxnSpPr/>
          <p:nvPr/>
        </p:nvCxnSpPr>
        <p:spPr>
          <a:xfrm>
            <a:off x="3592368" y="3992269"/>
            <a:ext cx="334074" cy="3320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5A110C1C-3D94-495D-4A95-717274C9EBC2}"/>
              </a:ext>
            </a:extLst>
          </p:cNvPr>
          <p:cNvCxnSpPr/>
          <p:nvPr/>
        </p:nvCxnSpPr>
        <p:spPr>
          <a:xfrm flipH="1">
            <a:off x="4495800" y="3976572"/>
            <a:ext cx="461056" cy="3109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D2A2AF1B-0D4C-1F90-901E-FEDAF956C58F}"/>
              </a:ext>
            </a:extLst>
          </p:cNvPr>
          <p:cNvCxnSpPr/>
          <p:nvPr/>
        </p:nvCxnSpPr>
        <p:spPr>
          <a:xfrm>
            <a:off x="5834681" y="3976572"/>
            <a:ext cx="651464" cy="3477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32F396E2-4A04-2583-FE02-CA7377F29876}"/>
              </a:ext>
            </a:extLst>
          </p:cNvPr>
          <p:cNvCxnSpPr>
            <a:cxnSpLocks/>
          </p:cNvCxnSpPr>
          <p:nvPr/>
        </p:nvCxnSpPr>
        <p:spPr>
          <a:xfrm>
            <a:off x="638349" y="4986022"/>
            <a:ext cx="0" cy="1367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27B1813A-2096-4577-15E1-2F1F3EE12404}"/>
              </a:ext>
            </a:extLst>
          </p:cNvPr>
          <p:cNvCxnSpPr>
            <a:cxnSpLocks/>
          </p:cNvCxnSpPr>
          <p:nvPr/>
        </p:nvCxnSpPr>
        <p:spPr>
          <a:xfrm>
            <a:off x="635813" y="5302739"/>
            <a:ext cx="5076" cy="130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BEE47EE1-C5E4-37BF-C24D-7A3D7B7831B6}"/>
              </a:ext>
            </a:extLst>
          </p:cNvPr>
          <p:cNvCxnSpPr>
            <a:cxnSpLocks/>
          </p:cNvCxnSpPr>
          <p:nvPr/>
        </p:nvCxnSpPr>
        <p:spPr>
          <a:xfrm>
            <a:off x="638349" y="5605780"/>
            <a:ext cx="0" cy="108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FDA0ED71-9094-E20A-9663-821659932480}"/>
              </a:ext>
            </a:extLst>
          </p:cNvPr>
          <p:cNvCxnSpPr>
            <a:cxnSpLocks/>
          </p:cNvCxnSpPr>
          <p:nvPr/>
        </p:nvCxnSpPr>
        <p:spPr>
          <a:xfrm>
            <a:off x="634540" y="5888915"/>
            <a:ext cx="0" cy="16860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C2C2BB61-65E2-1E0E-214E-F68DB17A7A25}"/>
              </a:ext>
            </a:extLst>
          </p:cNvPr>
          <p:cNvCxnSpPr>
            <a:stCxn id="35" idx="2"/>
            <a:endCxn id="57" idx="2"/>
          </p:cNvCxnSpPr>
          <p:nvPr/>
        </p:nvCxnSpPr>
        <p:spPr>
          <a:xfrm rot="16200000" flipH="1">
            <a:off x="1031295" y="5842115"/>
            <a:ext cx="166894" cy="971694"/>
          </a:xfrm>
          <a:prstGeom prst="bentConnector3">
            <a:avLst>
              <a:gd name="adj1" fmla="val 236973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C270F27-3437-E5CA-70E3-C3225347638B}"/>
              </a:ext>
            </a:extLst>
          </p:cNvPr>
          <p:cNvSpPr txBox="1"/>
          <p:nvPr/>
        </p:nvSpPr>
        <p:spPr>
          <a:xfrm>
            <a:off x="15240" y="7079566"/>
            <a:ext cx="6842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GLD-Road: A global–local decoding road network extraction model for  remote sensing images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3A864ACA-1F8C-C40A-4FF8-EF16B7977C39}"/>
              </a:ext>
            </a:extLst>
          </p:cNvPr>
          <p:cNvCxnSpPr>
            <a:stCxn id="44" idx="0"/>
          </p:cNvCxnSpPr>
          <p:nvPr/>
        </p:nvCxnSpPr>
        <p:spPr>
          <a:xfrm flipH="1" flipV="1">
            <a:off x="1545912" y="4902806"/>
            <a:ext cx="1" cy="153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1A8EB742-6A8B-51CF-3799-C52355CBEFD9}"/>
              </a:ext>
            </a:extLst>
          </p:cNvPr>
          <p:cNvCxnSpPr>
            <a:cxnSpLocks/>
          </p:cNvCxnSpPr>
          <p:nvPr/>
        </p:nvCxnSpPr>
        <p:spPr>
          <a:xfrm flipV="1">
            <a:off x="1313543" y="5234870"/>
            <a:ext cx="0" cy="1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8AD49B1F-0D17-B105-00A5-EC12037AAF15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1466702" y="5236359"/>
            <a:ext cx="135" cy="11127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6F50F01A-B22F-BC71-0CB7-E1A4A94DB1FE}"/>
              </a:ext>
            </a:extLst>
          </p:cNvPr>
          <p:cNvCxnSpPr>
            <a:cxnSpLocks/>
          </p:cNvCxnSpPr>
          <p:nvPr/>
        </p:nvCxnSpPr>
        <p:spPr>
          <a:xfrm flipV="1">
            <a:off x="1963148" y="5234705"/>
            <a:ext cx="0" cy="1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CF126B37-FB63-86C6-F1BD-CE074C25CF4A}"/>
              </a:ext>
            </a:extLst>
          </p:cNvPr>
          <p:cNvCxnSpPr/>
          <p:nvPr/>
        </p:nvCxnSpPr>
        <p:spPr>
          <a:xfrm flipH="1" flipV="1">
            <a:off x="2129641" y="5236194"/>
            <a:ext cx="135" cy="11127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EE14918D-B95D-47C2-5140-49D1ADDC8598}"/>
              </a:ext>
            </a:extLst>
          </p:cNvPr>
          <p:cNvCxnSpPr>
            <a:cxnSpLocks/>
          </p:cNvCxnSpPr>
          <p:nvPr/>
        </p:nvCxnSpPr>
        <p:spPr>
          <a:xfrm flipV="1">
            <a:off x="1306805" y="5585553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784CD5E0-8EF4-750E-2598-3AF3F0485123}"/>
              </a:ext>
            </a:extLst>
          </p:cNvPr>
          <p:cNvCxnSpPr>
            <a:cxnSpLocks/>
          </p:cNvCxnSpPr>
          <p:nvPr/>
        </p:nvCxnSpPr>
        <p:spPr>
          <a:xfrm flipH="1" flipV="1">
            <a:off x="1459964" y="5587041"/>
            <a:ext cx="135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0A310F49-8F29-A2E6-F691-96C55B9D19A7}"/>
              </a:ext>
            </a:extLst>
          </p:cNvPr>
          <p:cNvCxnSpPr>
            <a:cxnSpLocks/>
          </p:cNvCxnSpPr>
          <p:nvPr/>
        </p:nvCxnSpPr>
        <p:spPr>
          <a:xfrm flipV="1">
            <a:off x="1956410" y="5585388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E64F89AB-5B8F-8C5F-A1C5-C9A9B518D94D}"/>
              </a:ext>
            </a:extLst>
          </p:cNvPr>
          <p:cNvCxnSpPr/>
          <p:nvPr/>
        </p:nvCxnSpPr>
        <p:spPr>
          <a:xfrm flipH="1" flipV="1">
            <a:off x="2122903" y="5586876"/>
            <a:ext cx="135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BE311502-9AF9-4F85-CD33-2A241ED4BF5A}"/>
              </a:ext>
            </a:extLst>
          </p:cNvPr>
          <p:cNvCxnSpPr>
            <a:cxnSpLocks/>
          </p:cNvCxnSpPr>
          <p:nvPr/>
        </p:nvCxnSpPr>
        <p:spPr>
          <a:xfrm flipV="1">
            <a:off x="1745979" y="5234870"/>
            <a:ext cx="0" cy="111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F90AFC93-2A0E-598B-8DB0-B75310F10023}"/>
              </a:ext>
            </a:extLst>
          </p:cNvPr>
          <p:cNvCxnSpPr>
            <a:cxnSpLocks/>
          </p:cNvCxnSpPr>
          <p:nvPr/>
        </p:nvCxnSpPr>
        <p:spPr>
          <a:xfrm flipV="1">
            <a:off x="1744955" y="5583566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FC5B3AF8-0269-B387-27DD-9A05F6B8D8A9}"/>
              </a:ext>
            </a:extLst>
          </p:cNvPr>
          <p:cNvCxnSpPr>
            <a:cxnSpLocks/>
          </p:cNvCxnSpPr>
          <p:nvPr/>
        </p:nvCxnSpPr>
        <p:spPr>
          <a:xfrm flipV="1">
            <a:off x="1311509" y="5896701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26C42DC8-F265-F77C-C37C-411B92DF0412}"/>
              </a:ext>
            </a:extLst>
          </p:cNvPr>
          <p:cNvCxnSpPr>
            <a:cxnSpLocks/>
          </p:cNvCxnSpPr>
          <p:nvPr/>
        </p:nvCxnSpPr>
        <p:spPr>
          <a:xfrm flipH="1" flipV="1">
            <a:off x="1464668" y="5898189"/>
            <a:ext cx="135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63449B66-7C18-CD46-8C72-4198A30F9386}"/>
              </a:ext>
            </a:extLst>
          </p:cNvPr>
          <p:cNvCxnSpPr>
            <a:cxnSpLocks/>
          </p:cNvCxnSpPr>
          <p:nvPr/>
        </p:nvCxnSpPr>
        <p:spPr>
          <a:xfrm flipV="1">
            <a:off x="1961114" y="5896536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96D3F27F-C30F-3CFF-A0C3-BC2E63801DE7}"/>
              </a:ext>
            </a:extLst>
          </p:cNvPr>
          <p:cNvCxnSpPr/>
          <p:nvPr/>
        </p:nvCxnSpPr>
        <p:spPr>
          <a:xfrm flipH="1" flipV="1">
            <a:off x="2127608" y="5898024"/>
            <a:ext cx="135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0183FB1F-FCDA-60A3-EBAC-25965EA24CBF}"/>
              </a:ext>
            </a:extLst>
          </p:cNvPr>
          <p:cNvCxnSpPr>
            <a:cxnSpLocks/>
          </p:cNvCxnSpPr>
          <p:nvPr/>
        </p:nvCxnSpPr>
        <p:spPr>
          <a:xfrm flipV="1">
            <a:off x="1749659" y="5894714"/>
            <a:ext cx="0" cy="126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64A227C9-B3C5-DBD1-3526-9EEF9E17FFFC}"/>
              </a:ext>
            </a:extLst>
          </p:cNvPr>
          <p:cNvCxnSpPr>
            <a:stCxn id="71" idx="2"/>
            <a:endCxn id="75" idx="0"/>
          </p:cNvCxnSpPr>
          <p:nvPr/>
        </p:nvCxnSpPr>
        <p:spPr>
          <a:xfrm>
            <a:off x="3212774" y="4575759"/>
            <a:ext cx="2773" cy="93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8BC30BF6-A535-B367-F21E-4739007D0D14}"/>
              </a:ext>
            </a:extLst>
          </p:cNvPr>
          <p:cNvCxnSpPr>
            <a:stCxn id="75" idx="2"/>
            <a:endCxn id="76" idx="0"/>
          </p:cNvCxnSpPr>
          <p:nvPr/>
        </p:nvCxnSpPr>
        <p:spPr>
          <a:xfrm rot="5400000">
            <a:off x="2963746" y="4721755"/>
            <a:ext cx="123424" cy="380177"/>
          </a:xfrm>
          <a:prstGeom prst="bent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ECA9C4AD-7FBF-33BC-6529-62A10D4018F3}"/>
              </a:ext>
            </a:extLst>
          </p:cNvPr>
          <p:cNvCxnSpPr>
            <a:stCxn id="75" idx="2"/>
            <a:endCxn id="77" idx="0"/>
          </p:cNvCxnSpPr>
          <p:nvPr/>
        </p:nvCxnSpPr>
        <p:spPr>
          <a:xfrm rot="16200000" flipH="1">
            <a:off x="3349062" y="4716615"/>
            <a:ext cx="123424" cy="390455"/>
          </a:xfrm>
          <a:prstGeom prst="bent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A607599D-7BB5-F1F5-1D52-5E68D728ED9B}"/>
              </a:ext>
            </a:extLst>
          </p:cNvPr>
          <p:cNvCxnSpPr/>
          <p:nvPr/>
        </p:nvCxnSpPr>
        <p:spPr>
          <a:xfrm>
            <a:off x="2822708" y="5615322"/>
            <a:ext cx="2773" cy="93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9375A493-EA7B-A2A8-655A-4BC461789CFE}"/>
              </a:ext>
            </a:extLst>
          </p:cNvPr>
          <p:cNvCxnSpPr/>
          <p:nvPr/>
        </p:nvCxnSpPr>
        <p:spPr>
          <a:xfrm>
            <a:off x="3578070" y="5622961"/>
            <a:ext cx="2773" cy="93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E9612A0C-783E-81EB-A624-8049348B4998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3209535" y="6454252"/>
            <a:ext cx="4196" cy="77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ED802DAE-1428-8CDC-277C-1A139642D62A}"/>
              </a:ext>
            </a:extLst>
          </p:cNvPr>
          <p:cNvCxnSpPr/>
          <p:nvPr/>
        </p:nvCxnSpPr>
        <p:spPr>
          <a:xfrm>
            <a:off x="2865208" y="6207760"/>
            <a:ext cx="0" cy="1010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3B73A594-372B-6CA2-72B3-7AB1C7F11013}"/>
              </a:ext>
            </a:extLst>
          </p:cNvPr>
          <p:cNvCxnSpPr>
            <a:stCxn id="91" idx="2"/>
            <a:endCxn id="98" idx="0"/>
          </p:cNvCxnSpPr>
          <p:nvPr/>
        </p:nvCxnSpPr>
        <p:spPr>
          <a:xfrm>
            <a:off x="3208473" y="6212447"/>
            <a:ext cx="1063" cy="88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83D38B90-DBE4-36CE-61D4-48AEE1FE1112}"/>
              </a:ext>
            </a:extLst>
          </p:cNvPr>
          <p:cNvCxnSpPr/>
          <p:nvPr/>
        </p:nvCxnSpPr>
        <p:spPr>
          <a:xfrm>
            <a:off x="3536696" y="6207760"/>
            <a:ext cx="0" cy="1010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椭圆 201">
            <a:extLst>
              <a:ext uri="{FF2B5EF4-FFF2-40B4-BE49-F238E27FC236}">
                <a16:creationId xmlns:a16="http://schemas.microsoft.com/office/drawing/2014/main" id="{496C9170-5435-E91F-6C2A-FCF350B4082E}"/>
              </a:ext>
            </a:extLst>
          </p:cNvPr>
          <p:cNvSpPr/>
          <p:nvPr/>
        </p:nvSpPr>
        <p:spPr>
          <a:xfrm>
            <a:off x="3190760" y="5900221"/>
            <a:ext cx="105668" cy="105668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DDCEDE25-993E-209C-343F-0D7A7B4ECBC5}"/>
              </a:ext>
            </a:extLst>
          </p:cNvPr>
          <p:cNvCxnSpPr>
            <a:stCxn id="202" idx="2"/>
            <a:endCxn id="202" idx="6"/>
          </p:cNvCxnSpPr>
          <p:nvPr/>
        </p:nvCxnSpPr>
        <p:spPr>
          <a:xfrm>
            <a:off x="3190760" y="5953055"/>
            <a:ext cx="105668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E23E685D-EB3E-3FFF-C3D0-DB66B0FA6D01}"/>
              </a:ext>
            </a:extLst>
          </p:cNvPr>
          <p:cNvCxnSpPr>
            <a:stCxn id="202" idx="0"/>
            <a:endCxn id="202" idx="4"/>
          </p:cNvCxnSpPr>
          <p:nvPr/>
        </p:nvCxnSpPr>
        <p:spPr>
          <a:xfrm>
            <a:off x="3243593" y="5900221"/>
            <a:ext cx="0" cy="10566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连接符: 肘形 207">
            <a:extLst>
              <a:ext uri="{FF2B5EF4-FFF2-40B4-BE49-F238E27FC236}">
                <a16:creationId xmlns:a16="http://schemas.microsoft.com/office/drawing/2014/main" id="{6CF5571A-1D6A-1580-4A8A-DDEE64BA924A}"/>
              </a:ext>
            </a:extLst>
          </p:cNvPr>
          <p:cNvCxnSpPr>
            <a:stCxn id="83" idx="2"/>
            <a:endCxn id="202" idx="2"/>
          </p:cNvCxnSpPr>
          <p:nvPr/>
        </p:nvCxnSpPr>
        <p:spPr>
          <a:xfrm rot="16200000" flipH="1">
            <a:off x="2954112" y="5716408"/>
            <a:ext cx="81840" cy="391454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连接符: 肘形 209">
            <a:extLst>
              <a:ext uri="{FF2B5EF4-FFF2-40B4-BE49-F238E27FC236}">
                <a16:creationId xmlns:a16="http://schemas.microsoft.com/office/drawing/2014/main" id="{ABBFF909-7740-F310-F661-96F466EC6652}"/>
              </a:ext>
            </a:extLst>
          </p:cNvPr>
          <p:cNvCxnSpPr>
            <a:stCxn id="87" idx="2"/>
            <a:endCxn id="202" idx="6"/>
          </p:cNvCxnSpPr>
          <p:nvPr/>
        </p:nvCxnSpPr>
        <p:spPr>
          <a:xfrm rot="5400000">
            <a:off x="3451427" y="5716217"/>
            <a:ext cx="81840" cy="391837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AFAC0E1F-04D9-625A-EF58-607AC70D9ED1}"/>
              </a:ext>
            </a:extLst>
          </p:cNvPr>
          <p:cNvCxnSpPr>
            <a:cxnSpLocks/>
            <a:stCxn id="202" idx="4"/>
          </p:cNvCxnSpPr>
          <p:nvPr/>
        </p:nvCxnSpPr>
        <p:spPr>
          <a:xfrm>
            <a:off x="3243593" y="6005889"/>
            <a:ext cx="0" cy="72001"/>
          </a:xfrm>
          <a:prstGeom prst="straightConnector1">
            <a:avLst/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F40D0AC6-CE90-28B4-46F0-8AFD0E810243}"/>
              </a:ext>
            </a:extLst>
          </p:cNvPr>
          <p:cNvCxnSpPr>
            <a:stCxn id="101" idx="2"/>
            <a:endCxn id="105" idx="2"/>
          </p:cNvCxnSpPr>
          <p:nvPr/>
        </p:nvCxnSpPr>
        <p:spPr>
          <a:xfrm flipH="1">
            <a:off x="4548366" y="4850130"/>
            <a:ext cx="1" cy="64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BEF379A6-A3C8-8A91-45C9-88CC46728373}"/>
              </a:ext>
            </a:extLst>
          </p:cNvPr>
          <p:cNvCxnSpPr>
            <a:cxnSpLocks/>
          </p:cNvCxnSpPr>
          <p:nvPr/>
        </p:nvCxnSpPr>
        <p:spPr>
          <a:xfrm flipH="1">
            <a:off x="5100817" y="4850130"/>
            <a:ext cx="1" cy="64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A9664CBB-CDFC-63D6-641C-11BAE1A7454E}"/>
              </a:ext>
            </a:extLst>
          </p:cNvPr>
          <p:cNvCxnSpPr>
            <a:cxnSpLocks/>
          </p:cNvCxnSpPr>
          <p:nvPr/>
        </p:nvCxnSpPr>
        <p:spPr>
          <a:xfrm flipH="1">
            <a:off x="5692636" y="4850130"/>
            <a:ext cx="1" cy="64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2A77EC97-10B3-A755-6134-5CCD5DB9FD6F}"/>
              </a:ext>
            </a:extLst>
          </p:cNvPr>
          <p:cNvCxnSpPr>
            <a:cxnSpLocks/>
          </p:cNvCxnSpPr>
          <p:nvPr/>
        </p:nvCxnSpPr>
        <p:spPr>
          <a:xfrm flipH="1">
            <a:off x="5692636" y="4850130"/>
            <a:ext cx="1" cy="64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E9422B79-2D99-E6CA-2D56-D46273C246BD}"/>
              </a:ext>
            </a:extLst>
          </p:cNvPr>
          <p:cNvCxnSpPr>
            <a:cxnSpLocks/>
          </p:cNvCxnSpPr>
          <p:nvPr/>
        </p:nvCxnSpPr>
        <p:spPr>
          <a:xfrm flipH="1">
            <a:off x="6307316" y="4863435"/>
            <a:ext cx="1" cy="64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FE139A5-7447-FC86-AE71-01EB9E7C093B}"/>
              </a:ext>
            </a:extLst>
          </p:cNvPr>
          <p:cNvCxnSpPr>
            <a:stCxn id="105" idx="0"/>
            <a:endCxn id="106" idx="0"/>
          </p:cNvCxnSpPr>
          <p:nvPr/>
        </p:nvCxnSpPr>
        <p:spPr>
          <a:xfrm>
            <a:off x="4548366" y="5025389"/>
            <a:ext cx="1" cy="83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88E589D-51D5-9274-12F0-B7235222EA00}"/>
              </a:ext>
            </a:extLst>
          </p:cNvPr>
          <p:cNvCxnSpPr>
            <a:stCxn id="107" idx="0"/>
            <a:endCxn id="108" idx="0"/>
          </p:cNvCxnSpPr>
          <p:nvPr/>
        </p:nvCxnSpPr>
        <p:spPr>
          <a:xfrm>
            <a:off x="5100817" y="5029058"/>
            <a:ext cx="1" cy="83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6D576EB-9A37-D385-799D-0402EFDD1712}"/>
              </a:ext>
            </a:extLst>
          </p:cNvPr>
          <p:cNvCxnSpPr>
            <a:stCxn id="118" idx="0"/>
            <a:endCxn id="117" idx="0"/>
          </p:cNvCxnSpPr>
          <p:nvPr/>
        </p:nvCxnSpPr>
        <p:spPr>
          <a:xfrm>
            <a:off x="5699895" y="5025389"/>
            <a:ext cx="1" cy="83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1BEEDBD-2A42-AFDF-4160-E2EDC6990A8F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>
            <a:off x="4829959" y="5560888"/>
            <a:ext cx="1752" cy="9786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A938D8FF-8609-4EB0-E8E5-517F03DA3A3C}"/>
              </a:ext>
            </a:extLst>
          </p:cNvPr>
          <p:cNvCxnSpPr>
            <a:stCxn id="120" idx="2"/>
            <a:endCxn id="121" idx="0"/>
          </p:cNvCxnSpPr>
          <p:nvPr/>
        </p:nvCxnSpPr>
        <p:spPr>
          <a:xfrm>
            <a:off x="5992918" y="5560888"/>
            <a:ext cx="1752" cy="9786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55FBA81-BDA3-0663-E225-7D01A124C777}"/>
              </a:ext>
            </a:extLst>
          </p:cNvPr>
          <p:cNvCxnSpPr>
            <a:cxnSpLocks/>
            <a:stCxn id="110" idx="2"/>
            <a:endCxn id="112" idx="0"/>
          </p:cNvCxnSpPr>
          <p:nvPr/>
        </p:nvCxnSpPr>
        <p:spPr>
          <a:xfrm>
            <a:off x="4831712" y="5750921"/>
            <a:ext cx="1368" cy="10272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0C28AB33-B790-1FB3-8437-7086681F6043}"/>
              </a:ext>
            </a:extLst>
          </p:cNvPr>
          <p:cNvCxnSpPr>
            <a:cxnSpLocks/>
            <a:stCxn id="121" idx="2"/>
            <a:endCxn id="131" idx="0"/>
          </p:cNvCxnSpPr>
          <p:nvPr/>
        </p:nvCxnSpPr>
        <p:spPr>
          <a:xfrm>
            <a:off x="5994670" y="5750921"/>
            <a:ext cx="1730" cy="10570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16529067-8C28-466D-A66D-CD298FB46645}"/>
              </a:ext>
            </a:extLst>
          </p:cNvPr>
          <p:cNvCxnSpPr>
            <a:stCxn id="112" idx="2"/>
            <a:endCxn id="111" idx="0"/>
          </p:cNvCxnSpPr>
          <p:nvPr/>
        </p:nvCxnSpPr>
        <p:spPr>
          <a:xfrm>
            <a:off x="4833080" y="6057524"/>
            <a:ext cx="1348" cy="156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9CDD2B58-2829-AF53-20F7-A4F925B54B0F}"/>
              </a:ext>
            </a:extLst>
          </p:cNvPr>
          <p:cNvCxnSpPr>
            <a:cxnSpLocks/>
            <a:stCxn id="131" idx="2"/>
            <a:endCxn id="132" idx="0"/>
          </p:cNvCxnSpPr>
          <p:nvPr/>
        </p:nvCxnSpPr>
        <p:spPr>
          <a:xfrm>
            <a:off x="5996401" y="6060495"/>
            <a:ext cx="4485" cy="14886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BA9A6C2B-6F7E-5E46-FFB4-3D53FE9EAE43}"/>
              </a:ext>
            </a:extLst>
          </p:cNvPr>
          <p:cNvSpPr/>
          <p:nvPr/>
        </p:nvSpPr>
        <p:spPr>
          <a:xfrm>
            <a:off x="4785179" y="5271282"/>
            <a:ext cx="91440" cy="93863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F6B2952E-0025-214B-9FC6-C30F218AEDCC}"/>
              </a:ext>
            </a:extLst>
          </p:cNvPr>
          <p:cNvCxnSpPr>
            <a:stCxn id="106" idx="2"/>
            <a:endCxn id="142" idx="2"/>
          </p:cNvCxnSpPr>
          <p:nvPr/>
        </p:nvCxnSpPr>
        <p:spPr>
          <a:xfrm rot="16200000" flipH="1">
            <a:off x="4625846" y="5158880"/>
            <a:ext cx="81855" cy="236813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321FD9D1-0239-6949-BA46-4784FF797633}"/>
              </a:ext>
            </a:extLst>
          </p:cNvPr>
          <p:cNvCxnSpPr>
            <a:stCxn id="108" idx="2"/>
            <a:endCxn id="142" idx="6"/>
          </p:cNvCxnSpPr>
          <p:nvPr/>
        </p:nvCxnSpPr>
        <p:spPr>
          <a:xfrm rot="5400000">
            <a:off x="4949626" y="5167023"/>
            <a:ext cx="78186" cy="224197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9E8B1980-5245-F7F3-0E09-CF3C154C89F7}"/>
              </a:ext>
            </a:extLst>
          </p:cNvPr>
          <p:cNvCxnSpPr>
            <a:stCxn id="142" idx="4"/>
            <a:endCxn id="109" idx="0"/>
          </p:cNvCxnSpPr>
          <p:nvPr/>
        </p:nvCxnSpPr>
        <p:spPr>
          <a:xfrm flipH="1">
            <a:off x="4829959" y="5365144"/>
            <a:ext cx="940" cy="6791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椭圆 159">
            <a:extLst>
              <a:ext uri="{FF2B5EF4-FFF2-40B4-BE49-F238E27FC236}">
                <a16:creationId xmlns:a16="http://schemas.microsoft.com/office/drawing/2014/main" id="{3135C99A-02D4-FAAE-8FA0-6BD101AB9590}"/>
              </a:ext>
            </a:extLst>
          </p:cNvPr>
          <p:cNvSpPr/>
          <p:nvPr/>
        </p:nvSpPr>
        <p:spPr>
          <a:xfrm>
            <a:off x="5947546" y="5266808"/>
            <a:ext cx="91440" cy="93863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164" name="连接符: 肘形 163">
            <a:extLst>
              <a:ext uri="{FF2B5EF4-FFF2-40B4-BE49-F238E27FC236}">
                <a16:creationId xmlns:a16="http://schemas.microsoft.com/office/drawing/2014/main" id="{07F5458B-0A3A-A6B0-295F-FC3C0325A468}"/>
              </a:ext>
            </a:extLst>
          </p:cNvPr>
          <p:cNvCxnSpPr>
            <a:cxnSpLocks/>
            <a:stCxn id="117" idx="2"/>
            <a:endCxn id="160" idx="2"/>
          </p:cNvCxnSpPr>
          <p:nvPr/>
        </p:nvCxnSpPr>
        <p:spPr>
          <a:xfrm rot="16200000" flipH="1">
            <a:off x="5785031" y="5151223"/>
            <a:ext cx="77381" cy="24765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连接符: 肘形 166">
            <a:extLst>
              <a:ext uri="{FF2B5EF4-FFF2-40B4-BE49-F238E27FC236}">
                <a16:creationId xmlns:a16="http://schemas.microsoft.com/office/drawing/2014/main" id="{2CA785B0-1525-3198-A05E-657BFCD36298}"/>
              </a:ext>
            </a:extLst>
          </p:cNvPr>
          <p:cNvCxnSpPr>
            <a:stCxn id="119" idx="2"/>
            <a:endCxn id="160" idx="6"/>
          </p:cNvCxnSpPr>
          <p:nvPr/>
        </p:nvCxnSpPr>
        <p:spPr>
          <a:xfrm rot="5400000">
            <a:off x="6129129" y="5149883"/>
            <a:ext cx="73712" cy="25400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DA6FFC5A-681D-7681-F6F0-B41A3067CF91}"/>
              </a:ext>
            </a:extLst>
          </p:cNvPr>
          <p:cNvCxnSpPr>
            <a:stCxn id="160" idx="4"/>
            <a:endCxn id="120" idx="0"/>
          </p:cNvCxnSpPr>
          <p:nvPr/>
        </p:nvCxnSpPr>
        <p:spPr>
          <a:xfrm flipH="1">
            <a:off x="5992919" y="5360671"/>
            <a:ext cx="347" cy="72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16B60FB1-4AF1-69FA-B3EF-F3850A036206}"/>
              </a:ext>
            </a:extLst>
          </p:cNvPr>
          <p:cNvCxnSpPr>
            <a:stCxn id="160" idx="0"/>
            <a:endCxn id="160" idx="4"/>
          </p:cNvCxnSpPr>
          <p:nvPr/>
        </p:nvCxnSpPr>
        <p:spPr>
          <a:xfrm>
            <a:off x="5993265" y="5266808"/>
            <a:ext cx="0" cy="93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3BEE4EF0-1474-01EE-5380-B2E6505DB929}"/>
              </a:ext>
            </a:extLst>
          </p:cNvPr>
          <p:cNvCxnSpPr>
            <a:stCxn id="160" idx="2"/>
            <a:endCxn id="160" idx="6"/>
          </p:cNvCxnSpPr>
          <p:nvPr/>
        </p:nvCxnSpPr>
        <p:spPr>
          <a:xfrm>
            <a:off x="5947546" y="5313739"/>
            <a:ext cx="914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4A9271E9-7CB8-7336-1107-ACBB7EF224A4}"/>
              </a:ext>
            </a:extLst>
          </p:cNvPr>
          <p:cNvCxnSpPr>
            <a:stCxn id="142" idx="0"/>
            <a:endCxn id="142" idx="4"/>
          </p:cNvCxnSpPr>
          <p:nvPr/>
        </p:nvCxnSpPr>
        <p:spPr>
          <a:xfrm>
            <a:off x="4830899" y="5271282"/>
            <a:ext cx="0" cy="93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AF50A5E0-3B3F-C878-AAF4-C4D5CDD914B6}"/>
              </a:ext>
            </a:extLst>
          </p:cNvPr>
          <p:cNvCxnSpPr>
            <a:cxnSpLocks/>
            <a:stCxn id="142" idx="2"/>
            <a:endCxn id="142" idx="6"/>
          </p:cNvCxnSpPr>
          <p:nvPr/>
        </p:nvCxnSpPr>
        <p:spPr>
          <a:xfrm>
            <a:off x="4785179" y="5318213"/>
            <a:ext cx="914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文本框 214">
            <a:extLst>
              <a:ext uri="{FF2B5EF4-FFF2-40B4-BE49-F238E27FC236}">
                <a16:creationId xmlns:a16="http://schemas.microsoft.com/office/drawing/2014/main" id="{E6DD9D67-8468-CFB6-AA5E-5AF3452ABBAB}"/>
              </a:ext>
            </a:extLst>
          </p:cNvPr>
          <p:cNvSpPr txBox="1"/>
          <p:nvPr/>
        </p:nvSpPr>
        <p:spPr>
          <a:xfrm>
            <a:off x="1431345" y="5920816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0D2705D6-2B97-A474-F1F2-0991A24C79A1}"/>
              </a:ext>
            </a:extLst>
          </p:cNvPr>
          <p:cNvSpPr txBox="1"/>
          <p:nvPr/>
        </p:nvSpPr>
        <p:spPr>
          <a:xfrm>
            <a:off x="1431934" y="6090690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77F2A0AD-7D4F-BCF8-880F-D46FD8D48C12}"/>
              </a:ext>
            </a:extLst>
          </p:cNvPr>
          <p:cNvSpPr txBox="1"/>
          <p:nvPr/>
        </p:nvSpPr>
        <p:spPr>
          <a:xfrm>
            <a:off x="526620" y="5943559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04A1098C-56BC-E71F-E1CA-378888C90026}"/>
              </a:ext>
            </a:extLst>
          </p:cNvPr>
          <p:cNvSpPr txBox="1"/>
          <p:nvPr/>
        </p:nvSpPr>
        <p:spPr>
          <a:xfrm>
            <a:off x="1434851" y="5171245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45B38A1D-2241-9F78-5DF2-B1DB5C0B08BF}"/>
              </a:ext>
            </a:extLst>
          </p:cNvPr>
          <p:cNvSpPr txBox="1"/>
          <p:nvPr/>
        </p:nvSpPr>
        <p:spPr>
          <a:xfrm>
            <a:off x="1434065" y="529933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F68C3F84-C73D-F858-51FB-867FA8ABC546}"/>
              </a:ext>
            </a:extLst>
          </p:cNvPr>
          <p:cNvSpPr txBox="1"/>
          <p:nvPr/>
        </p:nvSpPr>
        <p:spPr>
          <a:xfrm>
            <a:off x="1532318" y="4590285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0A93012A-45BA-53F4-1A3A-A86088A89189}"/>
              </a:ext>
            </a:extLst>
          </p:cNvPr>
          <p:cNvSpPr txBox="1"/>
          <p:nvPr/>
        </p:nvSpPr>
        <p:spPr>
          <a:xfrm>
            <a:off x="3097306" y="425851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50076FC9-707E-6E1F-1A68-FC26B4A5753D}"/>
              </a:ext>
            </a:extLst>
          </p:cNvPr>
          <p:cNvSpPr txBox="1"/>
          <p:nvPr/>
        </p:nvSpPr>
        <p:spPr>
          <a:xfrm>
            <a:off x="2791615" y="5574992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A20D171A-4D61-1904-1603-A1CBA295FFD7}"/>
              </a:ext>
            </a:extLst>
          </p:cNvPr>
          <p:cNvSpPr txBox="1"/>
          <p:nvPr/>
        </p:nvSpPr>
        <p:spPr>
          <a:xfrm>
            <a:off x="3496122" y="5577833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B62AF4C4-2EEC-26EF-8C4A-4E26407012F3}"/>
              </a:ext>
            </a:extLst>
          </p:cNvPr>
          <p:cNvSpPr txBox="1"/>
          <p:nvPr/>
        </p:nvSpPr>
        <p:spPr>
          <a:xfrm>
            <a:off x="3167085" y="5918559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5A92AA51-C635-F9AB-68CD-56E35A7BBCA7}"/>
              </a:ext>
            </a:extLst>
          </p:cNvPr>
          <p:cNvSpPr txBox="1"/>
          <p:nvPr/>
        </p:nvSpPr>
        <p:spPr>
          <a:xfrm rot="5400000">
            <a:off x="2039066" y="3771953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51585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1385</TotalTime>
  <Words>29</Words>
  <Application>Microsoft Office PowerPoint</Application>
  <PresentationFormat>全屏显示(4:3)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4</cp:revision>
  <dcterms:created xsi:type="dcterms:W3CDTF">2026-03-30T15:00:35Z</dcterms:created>
  <dcterms:modified xsi:type="dcterms:W3CDTF">2026-04-05T14:53:17Z</dcterms:modified>
</cp:coreProperties>
</file>