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F8CADA"/>
    <a:srgbClr val="F9DBDF"/>
    <a:srgbClr val="B6C6EA"/>
    <a:srgbClr val="FFFFFF"/>
    <a:srgbClr val="B7DCA0"/>
    <a:srgbClr val="E2F1D9"/>
    <a:srgbClr val="ECD2D6"/>
    <a:srgbClr val="87A2DD"/>
    <a:srgbClr val="C7E4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33" d="100"/>
          <a:sy n="33" d="100"/>
        </p:scale>
        <p:origin x="1709" y="80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EB74B-A26C-4695-9353-DE5A91634050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6F205-F9E4-45B9-9440-25ECBA9165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45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6F205-F9E4-45B9-9440-25ECBA9165A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51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10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1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465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60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42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918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95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56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560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86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5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4978B-AFF2-412D-8F0F-56A08B82B908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674D0-B437-4667-BF2A-D786C7C2B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00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B6F19DC-AF4D-1CDD-8CDF-AEB359FFE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3815329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7BDC4B-4051-7F04-5120-0E1DC6EF45CF}"/>
              </a:ext>
            </a:extLst>
          </p:cNvPr>
          <p:cNvSpPr/>
          <p:nvPr/>
        </p:nvSpPr>
        <p:spPr>
          <a:xfrm>
            <a:off x="65405" y="4086964"/>
            <a:ext cx="1702435" cy="1872000"/>
          </a:xfrm>
          <a:prstGeom prst="roundRect">
            <a:avLst>
              <a:gd name="adj" fmla="val 2130"/>
            </a:avLst>
          </a:prstGeom>
          <a:noFill/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59804C-F734-8150-CD4E-08727A2CBCBC}"/>
              </a:ext>
            </a:extLst>
          </p:cNvPr>
          <p:cNvSpPr/>
          <p:nvPr/>
        </p:nvSpPr>
        <p:spPr>
          <a:xfrm>
            <a:off x="289560" y="4513580"/>
            <a:ext cx="1303020" cy="215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1F9270-9A81-EAA3-24B2-682C79CCB7F7}"/>
              </a:ext>
            </a:extLst>
          </p:cNvPr>
          <p:cNvSpPr/>
          <p:nvPr/>
        </p:nvSpPr>
        <p:spPr>
          <a:xfrm>
            <a:off x="317500" y="4551680"/>
            <a:ext cx="1303020" cy="215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98CA0F-E9EB-42EC-EC22-DA3D2572D757}"/>
              </a:ext>
            </a:extLst>
          </p:cNvPr>
          <p:cNvSpPr/>
          <p:nvPr/>
        </p:nvSpPr>
        <p:spPr>
          <a:xfrm>
            <a:off x="261620" y="4475480"/>
            <a:ext cx="1303020" cy="215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C1EC52-C266-836F-2927-C03141B57F97}"/>
              </a:ext>
            </a:extLst>
          </p:cNvPr>
          <p:cNvSpPr/>
          <p:nvPr/>
        </p:nvSpPr>
        <p:spPr>
          <a:xfrm>
            <a:off x="267970" y="4866640"/>
            <a:ext cx="1324610" cy="215900"/>
          </a:xfrm>
          <a:prstGeom prst="rect">
            <a:avLst/>
          </a:prstGeom>
          <a:solidFill>
            <a:srgbClr val="D5DCE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CA97FCC-1D7B-2528-B7F7-EE2EC9017626}"/>
              </a:ext>
            </a:extLst>
          </p:cNvPr>
          <p:cNvSpPr/>
          <p:nvPr/>
        </p:nvSpPr>
        <p:spPr>
          <a:xfrm>
            <a:off x="267970" y="5192291"/>
            <a:ext cx="1324610" cy="707390"/>
          </a:xfrm>
          <a:prstGeom prst="roundRect">
            <a:avLst>
              <a:gd name="adj" fmla="val 21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661AFD8-F4D6-6FA4-08AD-C2BE3322A759}"/>
              </a:ext>
            </a:extLst>
          </p:cNvPr>
          <p:cNvSpPr/>
          <p:nvPr/>
        </p:nvSpPr>
        <p:spPr>
          <a:xfrm>
            <a:off x="821662" y="5299199"/>
            <a:ext cx="144000" cy="144000"/>
          </a:xfrm>
          <a:prstGeom prst="roundRect">
            <a:avLst>
              <a:gd name="adj" fmla="val 18004"/>
            </a:avLst>
          </a:prstGeom>
          <a:solidFill>
            <a:srgbClr val="E2F1D9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DE576F4-DDBF-E2C0-524B-2319390DAE23}"/>
              </a:ext>
            </a:extLst>
          </p:cNvPr>
          <p:cNvSpPr/>
          <p:nvPr/>
        </p:nvSpPr>
        <p:spPr>
          <a:xfrm>
            <a:off x="1103530" y="5719214"/>
            <a:ext cx="144000" cy="144000"/>
          </a:xfrm>
          <a:prstGeom prst="roundRect">
            <a:avLst>
              <a:gd name="adj" fmla="val 18004"/>
            </a:avLst>
          </a:prstGeom>
          <a:solidFill>
            <a:srgbClr val="B6C6EA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3B19701-9440-DB5C-3157-586F7481A842}"/>
              </a:ext>
            </a:extLst>
          </p:cNvPr>
          <p:cNvSpPr/>
          <p:nvPr/>
        </p:nvSpPr>
        <p:spPr>
          <a:xfrm>
            <a:off x="821662" y="5719214"/>
            <a:ext cx="144000" cy="144000"/>
          </a:xfrm>
          <a:prstGeom prst="roundRect">
            <a:avLst>
              <a:gd name="adj" fmla="val 18004"/>
            </a:avLst>
          </a:prstGeom>
          <a:solidFill>
            <a:srgbClr val="B6C6EA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A6E72F2-2982-4C68-AFCF-3B6975CCCFE8}"/>
              </a:ext>
            </a:extLst>
          </p:cNvPr>
          <p:cNvSpPr/>
          <p:nvPr/>
        </p:nvSpPr>
        <p:spPr>
          <a:xfrm>
            <a:off x="542435" y="5621144"/>
            <a:ext cx="144000" cy="144000"/>
          </a:xfrm>
          <a:prstGeom prst="roundRect">
            <a:avLst>
              <a:gd name="adj" fmla="val 18004"/>
            </a:avLst>
          </a:prstGeom>
          <a:solidFill>
            <a:srgbClr val="B6C6EA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477CEE-4E64-7224-5B22-E4F8BF34C800}"/>
              </a:ext>
            </a:extLst>
          </p:cNvPr>
          <p:cNvSpPr/>
          <p:nvPr/>
        </p:nvSpPr>
        <p:spPr>
          <a:xfrm>
            <a:off x="1374140" y="5621144"/>
            <a:ext cx="144000" cy="144000"/>
          </a:xfrm>
          <a:prstGeom prst="roundRect">
            <a:avLst>
              <a:gd name="adj" fmla="val 18004"/>
            </a:avLst>
          </a:prstGeom>
          <a:solidFill>
            <a:srgbClr val="B6C6EA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5383387-BAAC-54C8-A96C-B43A9701CEEC}"/>
              </a:ext>
            </a:extLst>
          </p:cNvPr>
          <p:cNvSpPr/>
          <p:nvPr/>
        </p:nvSpPr>
        <p:spPr>
          <a:xfrm>
            <a:off x="1374140" y="5396354"/>
            <a:ext cx="144000" cy="144000"/>
          </a:xfrm>
          <a:prstGeom prst="roundRect">
            <a:avLst>
              <a:gd name="adj" fmla="val 18004"/>
            </a:avLst>
          </a:prstGeom>
          <a:solidFill>
            <a:srgbClr val="B7DCA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EADBADD-5092-6237-85C6-2EA32582CB6B}"/>
              </a:ext>
            </a:extLst>
          </p:cNvPr>
          <p:cNvSpPr/>
          <p:nvPr/>
        </p:nvSpPr>
        <p:spPr>
          <a:xfrm>
            <a:off x="1107585" y="5299199"/>
            <a:ext cx="144000" cy="144000"/>
          </a:xfrm>
          <a:prstGeom prst="roundRect">
            <a:avLst>
              <a:gd name="adj" fmla="val 18004"/>
            </a:avLst>
          </a:prstGeom>
          <a:solidFill>
            <a:srgbClr val="B7DCA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F288911-547E-A571-4ADA-500BF18FAE44}"/>
              </a:ext>
            </a:extLst>
          </p:cNvPr>
          <p:cNvSpPr/>
          <p:nvPr/>
        </p:nvSpPr>
        <p:spPr>
          <a:xfrm>
            <a:off x="542435" y="5396354"/>
            <a:ext cx="144000" cy="144000"/>
          </a:xfrm>
          <a:prstGeom prst="roundRect">
            <a:avLst>
              <a:gd name="adj" fmla="val 18004"/>
            </a:avLst>
          </a:prstGeom>
          <a:solidFill>
            <a:srgbClr val="E2F1D9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54699C-4779-476C-09C5-4B4638A5887D}"/>
              </a:ext>
            </a:extLst>
          </p:cNvPr>
          <p:cNvSpPr/>
          <p:nvPr/>
        </p:nvSpPr>
        <p:spPr>
          <a:xfrm>
            <a:off x="1998317" y="4452620"/>
            <a:ext cx="1181763" cy="238760"/>
          </a:xfrm>
          <a:prstGeom prst="rect">
            <a:avLst/>
          </a:prstGeom>
          <a:solidFill>
            <a:srgbClr val="F4F4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DD6757-12C0-3ED3-A568-AFA07B9D989A}"/>
              </a:ext>
            </a:extLst>
          </p:cNvPr>
          <p:cNvSpPr/>
          <p:nvPr/>
        </p:nvSpPr>
        <p:spPr>
          <a:xfrm>
            <a:off x="1998316" y="4901044"/>
            <a:ext cx="1181763" cy="238760"/>
          </a:xfrm>
          <a:prstGeom prst="rect">
            <a:avLst/>
          </a:prstGeom>
          <a:solidFill>
            <a:srgbClr val="FDE69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5F92A5-E823-B0A0-AC7B-0048CD81D137}"/>
              </a:ext>
            </a:extLst>
          </p:cNvPr>
          <p:cNvSpPr/>
          <p:nvPr/>
        </p:nvSpPr>
        <p:spPr>
          <a:xfrm>
            <a:off x="1998315" y="5358020"/>
            <a:ext cx="1181763" cy="379839"/>
          </a:xfrm>
          <a:prstGeom prst="rect">
            <a:avLst/>
          </a:prstGeom>
          <a:solidFill>
            <a:srgbClr val="F5B4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7F7DE0-7EAF-435B-FCD6-634DD1F473DC}"/>
              </a:ext>
            </a:extLst>
          </p:cNvPr>
          <p:cNvSpPr/>
          <p:nvPr/>
        </p:nvSpPr>
        <p:spPr>
          <a:xfrm>
            <a:off x="1998315" y="5948822"/>
            <a:ext cx="1181763" cy="379839"/>
          </a:xfrm>
          <a:prstGeom prst="rect">
            <a:avLst/>
          </a:prstGeom>
          <a:solidFill>
            <a:srgbClr val="FBE6D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5E06FCE-333D-7F7B-5E52-0D5DFECE017C}"/>
              </a:ext>
            </a:extLst>
          </p:cNvPr>
          <p:cNvSpPr/>
          <p:nvPr/>
        </p:nvSpPr>
        <p:spPr>
          <a:xfrm>
            <a:off x="2009618" y="6477525"/>
            <a:ext cx="1170460" cy="620120"/>
          </a:xfrm>
          <a:prstGeom prst="roundRect">
            <a:avLst>
              <a:gd name="adj" fmla="val 213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C1D4AB6-C35F-7611-6D75-7DD6CD8A17AD}"/>
              </a:ext>
            </a:extLst>
          </p:cNvPr>
          <p:cNvSpPr/>
          <p:nvPr/>
        </p:nvSpPr>
        <p:spPr>
          <a:xfrm>
            <a:off x="77070" y="6037419"/>
            <a:ext cx="1702434" cy="1060225"/>
          </a:xfrm>
          <a:prstGeom prst="roundRect">
            <a:avLst>
              <a:gd name="adj" fmla="val 2130"/>
            </a:avLst>
          </a:prstGeom>
          <a:noFill/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04DA05-05E6-D81A-E6EA-034A52B7193F}"/>
              </a:ext>
            </a:extLst>
          </p:cNvPr>
          <p:cNvSpPr/>
          <p:nvPr/>
        </p:nvSpPr>
        <p:spPr>
          <a:xfrm>
            <a:off x="2089167" y="6549473"/>
            <a:ext cx="493200" cy="216000"/>
          </a:xfrm>
          <a:prstGeom prst="rect">
            <a:avLst/>
          </a:prstGeom>
          <a:solidFill>
            <a:srgbClr val="E2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0CCC42-9DED-4C06-4CA8-5E0D969C9E65}"/>
              </a:ext>
            </a:extLst>
          </p:cNvPr>
          <p:cNvSpPr/>
          <p:nvPr/>
        </p:nvSpPr>
        <p:spPr>
          <a:xfrm>
            <a:off x="2621922" y="6539624"/>
            <a:ext cx="499093" cy="230492"/>
          </a:xfrm>
          <a:prstGeom prst="rect">
            <a:avLst/>
          </a:prstGeom>
          <a:solidFill>
            <a:srgbClr val="C7E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410D7DE-1A16-5C75-3F0E-F4736605D509}"/>
              </a:ext>
            </a:extLst>
          </p:cNvPr>
          <p:cNvSpPr/>
          <p:nvPr/>
        </p:nvSpPr>
        <p:spPr>
          <a:xfrm>
            <a:off x="2089167" y="6795853"/>
            <a:ext cx="493200" cy="216000"/>
          </a:xfrm>
          <a:prstGeom prst="rect">
            <a:avLst/>
          </a:prstGeom>
          <a:solidFill>
            <a:srgbClr val="DAE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4347D6B-5009-F331-5360-15589C8E846D}"/>
              </a:ext>
            </a:extLst>
          </p:cNvPr>
          <p:cNvSpPr/>
          <p:nvPr/>
        </p:nvSpPr>
        <p:spPr>
          <a:xfrm>
            <a:off x="2621922" y="6798704"/>
            <a:ext cx="499093" cy="2304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D09F738-D0C1-67DC-31D6-7746EE8F9C83}"/>
              </a:ext>
            </a:extLst>
          </p:cNvPr>
          <p:cNvSpPr/>
          <p:nvPr/>
        </p:nvSpPr>
        <p:spPr>
          <a:xfrm>
            <a:off x="2621922" y="6798704"/>
            <a:ext cx="499093" cy="230492"/>
          </a:xfrm>
          <a:prstGeom prst="rect">
            <a:avLst/>
          </a:prstGeom>
          <a:solidFill>
            <a:srgbClr val="B6C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CD07BFA-B651-AD75-889C-4FA97ED2F2FD}"/>
              </a:ext>
            </a:extLst>
          </p:cNvPr>
          <p:cNvSpPr/>
          <p:nvPr/>
        </p:nvSpPr>
        <p:spPr>
          <a:xfrm>
            <a:off x="117432" y="6343670"/>
            <a:ext cx="569003" cy="558780"/>
          </a:xfrm>
          <a:prstGeom prst="roundRect">
            <a:avLst>
              <a:gd name="adj" fmla="val 2130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32AC21C-B5F9-F9F2-0EF7-5117171FFB1D}"/>
              </a:ext>
            </a:extLst>
          </p:cNvPr>
          <p:cNvSpPr/>
          <p:nvPr/>
        </p:nvSpPr>
        <p:spPr>
          <a:xfrm>
            <a:off x="155333" y="6361905"/>
            <a:ext cx="504000" cy="252000"/>
          </a:xfrm>
          <a:prstGeom prst="roundRect">
            <a:avLst/>
          </a:prstGeom>
          <a:solidFill>
            <a:srgbClr val="E2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E0CC2F0-09E9-EE41-9F49-99454D757A42}"/>
              </a:ext>
            </a:extLst>
          </p:cNvPr>
          <p:cNvSpPr/>
          <p:nvPr/>
        </p:nvSpPr>
        <p:spPr>
          <a:xfrm>
            <a:off x="155333" y="6630510"/>
            <a:ext cx="504000" cy="252000"/>
          </a:xfrm>
          <a:prstGeom prst="rect">
            <a:avLst/>
          </a:prstGeom>
          <a:solidFill>
            <a:srgbClr val="DAE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6E0924-7B62-6CFA-AC6E-617917700F9B}"/>
              </a:ext>
            </a:extLst>
          </p:cNvPr>
          <p:cNvSpPr/>
          <p:nvPr/>
        </p:nvSpPr>
        <p:spPr>
          <a:xfrm>
            <a:off x="779069" y="6304888"/>
            <a:ext cx="302400" cy="633274"/>
          </a:xfrm>
          <a:prstGeom prst="rect">
            <a:avLst/>
          </a:prstGeom>
          <a:solidFill>
            <a:srgbClr val="FBE6D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396091-9FF2-61C4-0876-6624EEC0B36B}"/>
              </a:ext>
            </a:extLst>
          </p:cNvPr>
          <p:cNvSpPr/>
          <p:nvPr/>
        </p:nvSpPr>
        <p:spPr>
          <a:xfrm>
            <a:off x="1175530" y="6304888"/>
            <a:ext cx="162871" cy="633274"/>
          </a:xfrm>
          <a:prstGeom prst="rect">
            <a:avLst/>
          </a:prstGeom>
          <a:solidFill>
            <a:srgbClr val="F8CAD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8128995-FB1F-C832-36D3-1435881342AC}"/>
              </a:ext>
            </a:extLst>
          </p:cNvPr>
          <p:cNvSpPr/>
          <p:nvPr/>
        </p:nvSpPr>
        <p:spPr>
          <a:xfrm>
            <a:off x="1436704" y="6304888"/>
            <a:ext cx="162871" cy="633274"/>
          </a:xfrm>
          <a:prstGeom prst="rect">
            <a:avLst/>
          </a:prstGeom>
          <a:solidFill>
            <a:srgbClr val="E1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DF6EA56-50FC-DF1D-1E3E-02707A8768AA}"/>
              </a:ext>
            </a:extLst>
          </p:cNvPr>
          <p:cNvCxnSpPr>
            <a:cxnSpLocks/>
          </p:cNvCxnSpPr>
          <p:nvPr/>
        </p:nvCxnSpPr>
        <p:spPr>
          <a:xfrm flipV="1">
            <a:off x="686435" y="6621525"/>
            <a:ext cx="92634" cy="1535"/>
          </a:xfrm>
          <a:prstGeom prst="straightConnector1">
            <a:avLst/>
          </a:prstGeom>
          <a:ln>
            <a:tailEnd type="triangle" w="sm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E76E05B-C669-9AA2-976E-174470E35362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1081469" y="6621525"/>
            <a:ext cx="94061" cy="0"/>
          </a:xfrm>
          <a:prstGeom prst="straightConnector1">
            <a:avLst/>
          </a:prstGeom>
          <a:ln>
            <a:tailEnd type="triangle" w="sm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96508AC-9C08-F3F8-C830-720F5AC10105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1338401" y="6621525"/>
            <a:ext cx="98303" cy="0"/>
          </a:xfrm>
          <a:prstGeom prst="straightConnector1">
            <a:avLst/>
          </a:prstGeom>
          <a:ln>
            <a:tailEnd type="triangle" w="sm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C29D581D-23B2-A9BD-D771-C2CC195F7E21}"/>
              </a:ext>
            </a:extLst>
          </p:cNvPr>
          <p:cNvCxnSpPr>
            <a:stCxn id="37" idx="3"/>
          </p:cNvCxnSpPr>
          <p:nvPr/>
        </p:nvCxnSpPr>
        <p:spPr>
          <a:xfrm>
            <a:off x="1599575" y="6621525"/>
            <a:ext cx="111115" cy="0"/>
          </a:xfrm>
          <a:prstGeom prst="straightConnector1">
            <a:avLst/>
          </a:prstGeom>
          <a:ln>
            <a:tailEnd type="triangle" w="sm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B8204212-41A2-69A2-61F3-C31922CCECB1}"/>
              </a:ext>
            </a:extLst>
          </p:cNvPr>
          <p:cNvCxnSpPr>
            <a:stCxn id="31" idx="2"/>
            <a:endCxn id="37" idx="2"/>
          </p:cNvCxnSpPr>
          <p:nvPr/>
        </p:nvCxnSpPr>
        <p:spPr>
          <a:xfrm rot="16200000" flipH="1">
            <a:off x="942181" y="6362203"/>
            <a:ext cx="35712" cy="1116206"/>
          </a:xfrm>
          <a:prstGeom prst="bentConnector3">
            <a:avLst>
              <a:gd name="adj1" fmla="val 366717"/>
            </a:avLst>
          </a:prstGeom>
          <a:ln>
            <a:tailEnd type="triangle" w="sm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2551EE0-D825-5185-BF6E-89BC094737B9}"/>
              </a:ext>
            </a:extLst>
          </p:cNvPr>
          <p:cNvCxnSpPr/>
          <p:nvPr/>
        </p:nvCxnSpPr>
        <p:spPr>
          <a:xfrm>
            <a:off x="1767840" y="4086964"/>
            <a:ext cx="230475" cy="8140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11C93379-9DAF-FDAF-0E4A-8F90FECDD1F1}"/>
              </a:ext>
            </a:extLst>
          </p:cNvPr>
          <p:cNvCxnSpPr/>
          <p:nvPr/>
        </p:nvCxnSpPr>
        <p:spPr>
          <a:xfrm flipV="1">
            <a:off x="1767840" y="5139804"/>
            <a:ext cx="241778" cy="7598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553EB0F-01AA-2552-98E4-D5F2ABE59B72}"/>
              </a:ext>
            </a:extLst>
          </p:cNvPr>
          <p:cNvCxnSpPr/>
          <p:nvPr/>
        </p:nvCxnSpPr>
        <p:spPr>
          <a:xfrm flipV="1">
            <a:off x="1767840" y="5958964"/>
            <a:ext cx="230475" cy="784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670F279-E81A-2636-1F0B-04768299A894}"/>
              </a:ext>
            </a:extLst>
          </p:cNvPr>
          <p:cNvCxnSpPr/>
          <p:nvPr/>
        </p:nvCxnSpPr>
        <p:spPr>
          <a:xfrm flipV="1">
            <a:off x="1779504" y="6304888"/>
            <a:ext cx="230114" cy="72430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27FF22B-3A65-492E-FD6E-3E486AEF56EC}"/>
              </a:ext>
            </a:extLst>
          </p:cNvPr>
          <p:cNvCxnSpPr/>
          <p:nvPr/>
        </p:nvCxnSpPr>
        <p:spPr>
          <a:xfrm flipV="1">
            <a:off x="2333244" y="6343670"/>
            <a:ext cx="0" cy="205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8FD892C-6940-1519-495A-940BD59BC164}"/>
              </a:ext>
            </a:extLst>
          </p:cNvPr>
          <p:cNvCxnSpPr/>
          <p:nvPr/>
        </p:nvCxnSpPr>
        <p:spPr>
          <a:xfrm flipV="1">
            <a:off x="2863596" y="6343670"/>
            <a:ext cx="0" cy="133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5036E7F-4EAD-7E9C-5ADB-7A59CE41B300}"/>
              </a:ext>
            </a:extLst>
          </p:cNvPr>
          <p:cNvCxnSpPr/>
          <p:nvPr/>
        </p:nvCxnSpPr>
        <p:spPr>
          <a:xfrm flipV="1">
            <a:off x="2333244" y="5737859"/>
            <a:ext cx="0" cy="210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1299FF7-14FB-66C1-311D-48C0FD172548}"/>
              </a:ext>
            </a:extLst>
          </p:cNvPr>
          <p:cNvCxnSpPr/>
          <p:nvPr/>
        </p:nvCxnSpPr>
        <p:spPr>
          <a:xfrm flipV="1">
            <a:off x="2863596" y="5737859"/>
            <a:ext cx="0" cy="210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D42151D-5D96-13F1-8C8D-CFBDA435313D}"/>
              </a:ext>
            </a:extLst>
          </p:cNvPr>
          <p:cNvCxnSpPr>
            <a:stCxn id="22" idx="0"/>
          </p:cNvCxnSpPr>
          <p:nvPr/>
        </p:nvCxnSpPr>
        <p:spPr>
          <a:xfrm flipH="1" flipV="1">
            <a:off x="2582367" y="5139804"/>
            <a:ext cx="6830" cy="218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49433AA-81DD-C6EF-724F-0A3F58C09F72}"/>
              </a:ext>
            </a:extLst>
          </p:cNvPr>
          <p:cNvCxnSpPr/>
          <p:nvPr/>
        </p:nvCxnSpPr>
        <p:spPr>
          <a:xfrm flipV="1">
            <a:off x="2582367" y="4691380"/>
            <a:ext cx="0" cy="209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4A08578-BCFC-916B-3C03-FA04CFA39629}"/>
              </a:ext>
            </a:extLst>
          </p:cNvPr>
          <p:cNvCxnSpPr/>
          <p:nvPr/>
        </p:nvCxnSpPr>
        <p:spPr>
          <a:xfrm flipH="1" flipV="1">
            <a:off x="2582367" y="4270756"/>
            <a:ext cx="6830" cy="181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24F3150-A2E5-3576-A95E-632DF3C7396C}"/>
              </a:ext>
            </a:extLst>
          </p:cNvPr>
          <p:cNvCxnSpPr/>
          <p:nvPr/>
        </p:nvCxnSpPr>
        <p:spPr>
          <a:xfrm flipV="1">
            <a:off x="3180078" y="4551680"/>
            <a:ext cx="189486" cy="806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852745E5-B441-6B35-90C9-28E6CE90AA6B}"/>
              </a:ext>
            </a:extLst>
          </p:cNvPr>
          <p:cNvCxnSpPr>
            <a:cxnSpLocks/>
          </p:cNvCxnSpPr>
          <p:nvPr/>
        </p:nvCxnSpPr>
        <p:spPr>
          <a:xfrm>
            <a:off x="3160570" y="5765144"/>
            <a:ext cx="208994" cy="8487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8DA6163E-70B2-A51F-4D91-79B66F4E4805}"/>
              </a:ext>
            </a:extLst>
          </p:cNvPr>
          <p:cNvSpPr/>
          <p:nvPr/>
        </p:nvSpPr>
        <p:spPr>
          <a:xfrm>
            <a:off x="3376394" y="4076822"/>
            <a:ext cx="2214146" cy="3020822"/>
          </a:xfrm>
          <a:prstGeom prst="roundRect">
            <a:avLst>
              <a:gd name="adj" fmla="val 2130"/>
            </a:avLst>
          </a:prstGeom>
          <a:noFill/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302073F4-E35F-640C-DED1-DC1DCB5B804F}"/>
              </a:ext>
            </a:extLst>
          </p:cNvPr>
          <p:cNvSpPr/>
          <p:nvPr/>
        </p:nvSpPr>
        <p:spPr>
          <a:xfrm>
            <a:off x="3512820" y="4660900"/>
            <a:ext cx="807720" cy="735454"/>
          </a:xfrm>
          <a:prstGeom prst="roundRect">
            <a:avLst>
              <a:gd name="adj" fmla="val 2130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E3E752C-18BA-91EB-E8AD-B967AA37BEA7}"/>
              </a:ext>
            </a:extLst>
          </p:cNvPr>
          <p:cNvSpPr/>
          <p:nvPr/>
        </p:nvSpPr>
        <p:spPr>
          <a:xfrm>
            <a:off x="3567374" y="4830580"/>
            <a:ext cx="126000" cy="126000"/>
          </a:xfrm>
          <a:prstGeom prst="rect">
            <a:avLst/>
          </a:prstGeom>
          <a:solidFill>
            <a:srgbClr val="D9F5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DA876E7-52C7-6AF0-5751-694C6D42C472}"/>
              </a:ext>
            </a:extLst>
          </p:cNvPr>
          <p:cNvSpPr/>
          <p:nvPr/>
        </p:nvSpPr>
        <p:spPr>
          <a:xfrm>
            <a:off x="3693374" y="4830580"/>
            <a:ext cx="126000" cy="126000"/>
          </a:xfrm>
          <a:prstGeom prst="rect">
            <a:avLst/>
          </a:prstGeom>
          <a:solidFill>
            <a:srgbClr val="CBF3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91DEF05-46BE-2106-055E-CF2763F08A76}"/>
              </a:ext>
            </a:extLst>
          </p:cNvPr>
          <p:cNvSpPr/>
          <p:nvPr/>
        </p:nvSpPr>
        <p:spPr>
          <a:xfrm>
            <a:off x="3819374" y="4830580"/>
            <a:ext cx="126000" cy="126000"/>
          </a:xfrm>
          <a:prstGeom prst="rect">
            <a:avLst/>
          </a:prstGeom>
          <a:solidFill>
            <a:srgbClr val="C1F1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006A12E-F1AE-10C9-F2BE-1CDF563D9E18}"/>
              </a:ext>
            </a:extLst>
          </p:cNvPr>
          <p:cNvSpPr/>
          <p:nvPr/>
        </p:nvSpPr>
        <p:spPr>
          <a:xfrm>
            <a:off x="3568644" y="4704580"/>
            <a:ext cx="126000" cy="126000"/>
          </a:xfrm>
          <a:prstGeom prst="rect">
            <a:avLst/>
          </a:prstGeom>
          <a:solidFill>
            <a:srgbClr val="FDD9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B10B2D3-6524-C835-8825-A34477EB0991}"/>
              </a:ext>
            </a:extLst>
          </p:cNvPr>
          <p:cNvSpPr/>
          <p:nvPr/>
        </p:nvSpPr>
        <p:spPr>
          <a:xfrm>
            <a:off x="3694644" y="4704580"/>
            <a:ext cx="126000" cy="126000"/>
          </a:xfrm>
          <a:prstGeom prst="rect">
            <a:avLst/>
          </a:prstGeom>
          <a:solidFill>
            <a:srgbClr val="FAEE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0549F4B-20F2-AB6B-E1B3-6D7D6EEE1A83}"/>
              </a:ext>
            </a:extLst>
          </p:cNvPr>
          <p:cNvSpPr/>
          <p:nvPr/>
        </p:nvSpPr>
        <p:spPr>
          <a:xfrm>
            <a:off x="3820644" y="4704580"/>
            <a:ext cx="126000" cy="126000"/>
          </a:xfrm>
          <a:prstGeom prst="rect">
            <a:avLst/>
          </a:prstGeom>
          <a:solidFill>
            <a:srgbClr val="EDF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74F81E4-2994-CD43-7B64-2320038136A0}"/>
              </a:ext>
            </a:extLst>
          </p:cNvPr>
          <p:cNvSpPr/>
          <p:nvPr/>
        </p:nvSpPr>
        <p:spPr>
          <a:xfrm>
            <a:off x="3566876" y="4956580"/>
            <a:ext cx="126000" cy="126000"/>
          </a:xfrm>
          <a:prstGeom prst="rect">
            <a:avLst/>
          </a:prstGeom>
          <a:solidFill>
            <a:srgbClr val="BBF0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8B5C977B-8A85-5BD8-B48C-024F6DBDFD78}"/>
              </a:ext>
            </a:extLst>
          </p:cNvPr>
          <p:cNvSpPr/>
          <p:nvPr/>
        </p:nvSpPr>
        <p:spPr>
          <a:xfrm>
            <a:off x="3692876" y="4956580"/>
            <a:ext cx="126000" cy="126000"/>
          </a:xfrm>
          <a:prstGeom prst="rect">
            <a:avLst/>
          </a:prstGeom>
          <a:solidFill>
            <a:srgbClr val="B9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D3C594B-31FD-0F38-180A-DFB238F38B5A}"/>
              </a:ext>
            </a:extLst>
          </p:cNvPr>
          <p:cNvSpPr/>
          <p:nvPr/>
        </p:nvSpPr>
        <p:spPr>
          <a:xfrm>
            <a:off x="3818876" y="4956580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F268F46-D56D-3F51-854A-D274C30A0073}"/>
              </a:ext>
            </a:extLst>
          </p:cNvPr>
          <p:cNvSpPr/>
          <p:nvPr/>
        </p:nvSpPr>
        <p:spPr>
          <a:xfrm>
            <a:off x="3566876" y="5215072"/>
            <a:ext cx="126000" cy="126000"/>
          </a:xfrm>
          <a:prstGeom prst="rect">
            <a:avLst/>
          </a:prstGeom>
          <a:solidFill>
            <a:srgbClr val="9EE9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7579EE0-FC06-72FD-F431-E1EA612E8BA1}"/>
              </a:ext>
            </a:extLst>
          </p:cNvPr>
          <p:cNvSpPr/>
          <p:nvPr/>
        </p:nvSpPr>
        <p:spPr>
          <a:xfrm>
            <a:off x="3692876" y="5215072"/>
            <a:ext cx="126000" cy="126000"/>
          </a:xfrm>
          <a:prstGeom prst="rect">
            <a:avLst/>
          </a:prstGeom>
          <a:solidFill>
            <a:srgbClr val="7BE0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674006F8-0063-099E-E335-FCAB585790A1}"/>
              </a:ext>
            </a:extLst>
          </p:cNvPr>
          <p:cNvSpPr/>
          <p:nvPr/>
        </p:nvSpPr>
        <p:spPr>
          <a:xfrm>
            <a:off x="3818876" y="5215072"/>
            <a:ext cx="126000" cy="126000"/>
          </a:xfrm>
          <a:prstGeom prst="rect">
            <a:avLst/>
          </a:prstGeom>
          <a:solidFill>
            <a:srgbClr val="57D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B665771-0D48-40F5-DB2B-6D966D157A82}"/>
              </a:ext>
            </a:extLst>
          </p:cNvPr>
          <p:cNvSpPr/>
          <p:nvPr/>
        </p:nvSpPr>
        <p:spPr>
          <a:xfrm>
            <a:off x="4150791" y="4701664"/>
            <a:ext cx="126000" cy="12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B6FB66C-4FDE-E63C-8351-3CB6C7D82D67}"/>
              </a:ext>
            </a:extLst>
          </p:cNvPr>
          <p:cNvSpPr/>
          <p:nvPr/>
        </p:nvSpPr>
        <p:spPr>
          <a:xfrm>
            <a:off x="4150791" y="4827664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999D0A5-802E-AA57-0EED-9A7BE90A2A9C}"/>
              </a:ext>
            </a:extLst>
          </p:cNvPr>
          <p:cNvSpPr/>
          <p:nvPr/>
        </p:nvSpPr>
        <p:spPr>
          <a:xfrm>
            <a:off x="4150791" y="4953664"/>
            <a:ext cx="126000" cy="126000"/>
          </a:xfrm>
          <a:prstGeom prst="rect">
            <a:avLst/>
          </a:prstGeom>
          <a:solidFill>
            <a:srgbClr val="CAF5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6525F64-434F-A133-95AA-47B02D8F4C2D}"/>
              </a:ext>
            </a:extLst>
          </p:cNvPr>
          <p:cNvSpPr/>
          <p:nvPr/>
        </p:nvSpPr>
        <p:spPr>
          <a:xfrm>
            <a:off x="4150791" y="5215072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C566A75-5965-D90C-8D8D-6F4221AB85E3}"/>
              </a:ext>
            </a:extLst>
          </p:cNvPr>
          <p:cNvSpPr/>
          <p:nvPr/>
        </p:nvSpPr>
        <p:spPr>
          <a:xfrm>
            <a:off x="3977456" y="4936249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6A88D2D-FDEA-BCB8-DF95-1E5FF6E2DC5D}"/>
              </a:ext>
            </a:extLst>
          </p:cNvPr>
          <p:cNvSpPr/>
          <p:nvPr/>
        </p:nvSpPr>
        <p:spPr>
          <a:xfrm>
            <a:off x="3977456" y="5203978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B1B04A6-5538-3251-52E4-A1266F308076}"/>
              </a:ext>
            </a:extLst>
          </p:cNvPr>
          <p:cNvSpPr/>
          <p:nvPr/>
        </p:nvSpPr>
        <p:spPr>
          <a:xfrm rot="5400000">
            <a:off x="4153303" y="5102486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83590BFF-FE3D-53DC-35DF-04244AD29BE4}"/>
              </a:ext>
            </a:extLst>
          </p:cNvPr>
          <p:cNvSpPr/>
          <p:nvPr/>
        </p:nvSpPr>
        <p:spPr>
          <a:xfrm rot="5400000">
            <a:off x="3541953" y="5090527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69CC578-B4FC-4067-736B-E8FDDA42296C}"/>
              </a:ext>
            </a:extLst>
          </p:cNvPr>
          <p:cNvSpPr/>
          <p:nvPr/>
        </p:nvSpPr>
        <p:spPr>
          <a:xfrm rot="5400000">
            <a:off x="3683932" y="5088169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CA2BD30-C0C8-E8E1-E05F-B262FCD06997}"/>
              </a:ext>
            </a:extLst>
          </p:cNvPr>
          <p:cNvSpPr/>
          <p:nvPr/>
        </p:nvSpPr>
        <p:spPr>
          <a:xfrm rot="5400000">
            <a:off x="3816298" y="5091076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A082B83D-0000-7B59-26B3-358A6874FD80}"/>
              </a:ext>
            </a:extLst>
          </p:cNvPr>
          <p:cNvSpPr/>
          <p:nvPr/>
        </p:nvSpPr>
        <p:spPr>
          <a:xfrm rot="1844792">
            <a:off x="3993928" y="5098676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4B4B56DE-32FE-D74D-F467-0A24EDEA3129}"/>
              </a:ext>
            </a:extLst>
          </p:cNvPr>
          <p:cNvSpPr/>
          <p:nvPr/>
        </p:nvSpPr>
        <p:spPr>
          <a:xfrm>
            <a:off x="4622051" y="4669234"/>
            <a:ext cx="807720" cy="735454"/>
          </a:xfrm>
          <a:prstGeom prst="roundRect">
            <a:avLst>
              <a:gd name="adj" fmla="val 2130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7156869-B19F-EFD9-8511-403AF7CD1EEE}"/>
              </a:ext>
            </a:extLst>
          </p:cNvPr>
          <p:cNvSpPr/>
          <p:nvPr/>
        </p:nvSpPr>
        <p:spPr>
          <a:xfrm>
            <a:off x="4676605" y="4838914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4D85DCC-B11B-AF4B-5291-B9A5F4FB54C9}"/>
              </a:ext>
            </a:extLst>
          </p:cNvPr>
          <p:cNvSpPr/>
          <p:nvPr/>
        </p:nvSpPr>
        <p:spPr>
          <a:xfrm>
            <a:off x="4802605" y="4838914"/>
            <a:ext cx="126000" cy="126000"/>
          </a:xfrm>
          <a:prstGeom prst="rect">
            <a:avLst/>
          </a:prstGeom>
          <a:solidFill>
            <a:srgbClr val="B6F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8A4A9B6C-E033-16A6-C949-5B2422957A42}"/>
              </a:ext>
            </a:extLst>
          </p:cNvPr>
          <p:cNvSpPr/>
          <p:nvPr/>
        </p:nvSpPr>
        <p:spPr>
          <a:xfrm>
            <a:off x="4928605" y="4838914"/>
            <a:ext cx="126000" cy="126000"/>
          </a:xfrm>
          <a:prstGeom prst="rect">
            <a:avLst/>
          </a:prstGeom>
          <a:solidFill>
            <a:srgbClr val="EAF8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4AEA47B9-2822-3E15-F64F-24E60A1729EE}"/>
              </a:ext>
            </a:extLst>
          </p:cNvPr>
          <p:cNvSpPr/>
          <p:nvPr/>
        </p:nvSpPr>
        <p:spPr>
          <a:xfrm>
            <a:off x="4677875" y="4712914"/>
            <a:ext cx="126000" cy="126000"/>
          </a:xfrm>
          <a:prstGeom prst="rect">
            <a:avLst/>
          </a:prstGeom>
          <a:solidFill>
            <a:srgbClr val="ABF0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83614E6-BE14-4777-ED6E-1DD6866A940E}"/>
              </a:ext>
            </a:extLst>
          </p:cNvPr>
          <p:cNvSpPr/>
          <p:nvPr/>
        </p:nvSpPr>
        <p:spPr>
          <a:xfrm>
            <a:off x="4803875" y="4712914"/>
            <a:ext cx="126000" cy="126000"/>
          </a:xfrm>
          <a:prstGeom prst="rect">
            <a:avLst/>
          </a:prstGeom>
          <a:solidFill>
            <a:srgbClr val="A2F7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99FEA57-56DA-C67A-8157-370037B82496}"/>
              </a:ext>
            </a:extLst>
          </p:cNvPr>
          <p:cNvSpPr/>
          <p:nvPr/>
        </p:nvSpPr>
        <p:spPr>
          <a:xfrm>
            <a:off x="4929875" y="4712914"/>
            <a:ext cx="126000" cy="126000"/>
          </a:xfrm>
          <a:prstGeom prst="rect">
            <a:avLst/>
          </a:prstGeom>
          <a:solidFill>
            <a:srgbClr val="DAF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12EC33DE-7E77-7D78-1B5F-49204A660B4D}"/>
              </a:ext>
            </a:extLst>
          </p:cNvPr>
          <p:cNvSpPr/>
          <p:nvPr/>
        </p:nvSpPr>
        <p:spPr>
          <a:xfrm>
            <a:off x="4676107" y="4964914"/>
            <a:ext cx="126000" cy="126000"/>
          </a:xfrm>
          <a:prstGeom prst="rect">
            <a:avLst/>
          </a:prstGeom>
          <a:solidFill>
            <a:srgbClr val="EAF4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C060C8A4-6E00-2CF9-D401-C210FB66F886}"/>
              </a:ext>
            </a:extLst>
          </p:cNvPr>
          <p:cNvSpPr/>
          <p:nvPr/>
        </p:nvSpPr>
        <p:spPr>
          <a:xfrm>
            <a:off x="4802107" y="4964914"/>
            <a:ext cx="126000" cy="126000"/>
          </a:xfrm>
          <a:prstGeom prst="rect">
            <a:avLst/>
          </a:prstGeom>
          <a:solidFill>
            <a:srgbClr val="BAF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1D1E9E5-B64E-9D79-29CC-CD42641E1821}"/>
              </a:ext>
            </a:extLst>
          </p:cNvPr>
          <p:cNvSpPr/>
          <p:nvPr/>
        </p:nvSpPr>
        <p:spPr>
          <a:xfrm>
            <a:off x="4928107" y="4964914"/>
            <a:ext cx="126000" cy="126000"/>
          </a:xfrm>
          <a:prstGeom prst="rect">
            <a:avLst/>
          </a:prstGeom>
          <a:solidFill>
            <a:srgbClr val="E3F1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DA43279-4A38-D6D1-582F-9A739F0CE3FC}"/>
              </a:ext>
            </a:extLst>
          </p:cNvPr>
          <p:cNvSpPr/>
          <p:nvPr/>
        </p:nvSpPr>
        <p:spPr>
          <a:xfrm>
            <a:off x="4676107" y="5223406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2E4E6F7F-02A4-2149-1C5F-19AFB5850137}"/>
              </a:ext>
            </a:extLst>
          </p:cNvPr>
          <p:cNvSpPr/>
          <p:nvPr/>
        </p:nvSpPr>
        <p:spPr>
          <a:xfrm>
            <a:off x="4802107" y="5223406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20CE9C8E-05A6-6D5B-BC4F-030E3AEB5E6D}"/>
              </a:ext>
            </a:extLst>
          </p:cNvPr>
          <p:cNvSpPr/>
          <p:nvPr/>
        </p:nvSpPr>
        <p:spPr>
          <a:xfrm>
            <a:off x="4928107" y="5223406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D36A415-6E2E-254A-6B5F-A95BED249186}"/>
              </a:ext>
            </a:extLst>
          </p:cNvPr>
          <p:cNvSpPr/>
          <p:nvPr/>
        </p:nvSpPr>
        <p:spPr>
          <a:xfrm>
            <a:off x="5260022" y="4709998"/>
            <a:ext cx="126000" cy="126000"/>
          </a:xfrm>
          <a:prstGeom prst="rect">
            <a:avLst/>
          </a:prstGeom>
          <a:solidFill>
            <a:srgbClr val="D1ED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860E585C-BAAC-CA66-B212-128DC93F6981}"/>
              </a:ext>
            </a:extLst>
          </p:cNvPr>
          <p:cNvSpPr/>
          <p:nvPr/>
        </p:nvSpPr>
        <p:spPr>
          <a:xfrm>
            <a:off x="5260022" y="4835998"/>
            <a:ext cx="126000" cy="126000"/>
          </a:xfrm>
          <a:prstGeom prst="rect">
            <a:avLst/>
          </a:prstGeom>
          <a:solidFill>
            <a:srgbClr val="D8F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9ACD743-5774-6735-6828-6CBABB2E93F3}"/>
              </a:ext>
            </a:extLst>
          </p:cNvPr>
          <p:cNvSpPr/>
          <p:nvPr/>
        </p:nvSpPr>
        <p:spPr>
          <a:xfrm>
            <a:off x="5260022" y="4961998"/>
            <a:ext cx="126000" cy="126000"/>
          </a:xfrm>
          <a:prstGeom prst="rect">
            <a:avLst/>
          </a:prstGeom>
          <a:solidFill>
            <a:srgbClr val="C2F8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9702362-DCD0-D070-8F8A-70CD98153F94}"/>
              </a:ext>
            </a:extLst>
          </p:cNvPr>
          <p:cNvSpPr/>
          <p:nvPr/>
        </p:nvSpPr>
        <p:spPr>
          <a:xfrm>
            <a:off x="5260022" y="5223406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03E3B40-685F-5A12-A5BE-2577A581602D}"/>
              </a:ext>
            </a:extLst>
          </p:cNvPr>
          <p:cNvSpPr/>
          <p:nvPr/>
        </p:nvSpPr>
        <p:spPr>
          <a:xfrm>
            <a:off x="5090894" y="4712914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4B7ABBEF-CCE2-546C-81D1-563A044F5F40}"/>
              </a:ext>
            </a:extLst>
          </p:cNvPr>
          <p:cNvSpPr/>
          <p:nvPr/>
        </p:nvSpPr>
        <p:spPr>
          <a:xfrm>
            <a:off x="5086687" y="5212312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9CB66B8-22B6-A393-1A40-B535DBDD5EA7}"/>
              </a:ext>
            </a:extLst>
          </p:cNvPr>
          <p:cNvSpPr/>
          <p:nvPr/>
        </p:nvSpPr>
        <p:spPr>
          <a:xfrm rot="5400000">
            <a:off x="5262534" y="5110820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5C02ED56-E1A0-628F-6F43-AC9771E36D3C}"/>
              </a:ext>
            </a:extLst>
          </p:cNvPr>
          <p:cNvSpPr/>
          <p:nvPr/>
        </p:nvSpPr>
        <p:spPr>
          <a:xfrm rot="5400000">
            <a:off x="4651184" y="5098861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636C867-34CF-C0CE-4261-12F6F31CA768}"/>
              </a:ext>
            </a:extLst>
          </p:cNvPr>
          <p:cNvSpPr/>
          <p:nvPr/>
        </p:nvSpPr>
        <p:spPr>
          <a:xfrm rot="5400000">
            <a:off x="4793163" y="5096503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D30B5043-19B6-1743-D7D3-07A591DE63B8}"/>
              </a:ext>
            </a:extLst>
          </p:cNvPr>
          <p:cNvSpPr/>
          <p:nvPr/>
        </p:nvSpPr>
        <p:spPr>
          <a:xfrm rot="5400000">
            <a:off x="4925529" y="5099410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399A3B7F-8589-30D7-BF8F-3B115E5847A9}"/>
              </a:ext>
            </a:extLst>
          </p:cNvPr>
          <p:cNvSpPr/>
          <p:nvPr/>
        </p:nvSpPr>
        <p:spPr>
          <a:xfrm rot="1844792">
            <a:off x="5103159" y="5107010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CC1CA3A0-4E3C-DD4E-7B32-C9F488D12ACF}"/>
              </a:ext>
            </a:extLst>
          </p:cNvPr>
          <p:cNvSpPr/>
          <p:nvPr/>
        </p:nvSpPr>
        <p:spPr>
          <a:xfrm>
            <a:off x="3482131" y="5626016"/>
            <a:ext cx="1952720" cy="220258"/>
          </a:xfrm>
          <a:prstGeom prst="rect">
            <a:avLst/>
          </a:prstGeom>
          <a:solidFill>
            <a:srgbClr val="A9E9E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5A3B7545-4052-4B1D-73A2-9F54B50033B3}"/>
              </a:ext>
            </a:extLst>
          </p:cNvPr>
          <p:cNvSpPr/>
          <p:nvPr/>
        </p:nvSpPr>
        <p:spPr>
          <a:xfrm>
            <a:off x="3482340" y="6037419"/>
            <a:ext cx="1952720" cy="220258"/>
          </a:xfrm>
          <a:prstGeom prst="rect">
            <a:avLst/>
          </a:prstGeom>
          <a:solidFill>
            <a:srgbClr val="F8CDA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64AF28A-5453-261E-97B5-F96A9069C6AA}"/>
              </a:ext>
            </a:extLst>
          </p:cNvPr>
          <p:cNvSpPr/>
          <p:nvPr/>
        </p:nvSpPr>
        <p:spPr>
          <a:xfrm>
            <a:off x="3417988" y="6479607"/>
            <a:ext cx="499093" cy="230492"/>
          </a:xfrm>
          <a:prstGeom prst="rect">
            <a:avLst/>
          </a:prstGeom>
          <a:solidFill>
            <a:srgbClr val="E2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866C4321-5E0F-5151-F9A9-FAE81A1E69E5}"/>
              </a:ext>
            </a:extLst>
          </p:cNvPr>
          <p:cNvSpPr/>
          <p:nvPr/>
        </p:nvSpPr>
        <p:spPr>
          <a:xfrm>
            <a:off x="3418406" y="6711874"/>
            <a:ext cx="499093" cy="230492"/>
          </a:xfrm>
          <a:prstGeom prst="rect">
            <a:avLst/>
          </a:prstGeom>
          <a:solidFill>
            <a:srgbClr val="DAE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FA4C98EA-C624-C2E7-2FD2-1EC65A56088D}"/>
              </a:ext>
            </a:extLst>
          </p:cNvPr>
          <p:cNvSpPr/>
          <p:nvPr/>
        </p:nvSpPr>
        <p:spPr>
          <a:xfrm>
            <a:off x="3918804" y="6479156"/>
            <a:ext cx="499093" cy="230492"/>
          </a:xfrm>
          <a:prstGeom prst="rect">
            <a:avLst/>
          </a:prstGeom>
          <a:solidFill>
            <a:srgbClr val="C7E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9EC98A77-D373-3569-DFE5-CF940D2A1DE1}"/>
              </a:ext>
            </a:extLst>
          </p:cNvPr>
          <p:cNvSpPr/>
          <p:nvPr/>
        </p:nvSpPr>
        <p:spPr>
          <a:xfrm>
            <a:off x="3919222" y="6711423"/>
            <a:ext cx="499093" cy="230492"/>
          </a:xfrm>
          <a:prstGeom prst="rect">
            <a:avLst/>
          </a:prstGeom>
          <a:solidFill>
            <a:srgbClr val="B6C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01C296BC-FC7F-DEB4-2391-7CFFF18391F2}"/>
              </a:ext>
            </a:extLst>
          </p:cNvPr>
          <p:cNvSpPr/>
          <p:nvPr/>
        </p:nvSpPr>
        <p:spPr>
          <a:xfrm>
            <a:off x="4515315" y="6717575"/>
            <a:ext cx="499093" cy="230492"/>
          </a:xfrm>
          <a:prstGeom prst="rect">
            <a:avLst/>
          </a:prstGeom>
          <a:solidFill>
            <a:srgbClr val="DAE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22B30F85-BE9D-A25D-864D-8B9914F3BFC4}"/>
              </a:ext>
            </a:extLst>
          </p:cNvPr>
          <p:cNvSpPr/>
          <p:nvPr/>
        </p:nvSpPr>
        <p:spPr>
          <a:xfrm>
            <a:off x="4514897" y="6485308"/>
            <a:ext cx="499093" cy="230492"/>
          </a:xfrm>
          <a:prstGeom prst="rect">
            <a:avLst/>
          </a:prstGeom>
          <a:solidFill>
            <a:srgbClr val="E2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7D77D2DD-01B7-C04C-C1F9-B1B7B27568FB}"/>
              </a:ext>
            </a:extLst>
          </p:cNvPr>
          <p:cNvSpPr/>
          <p:nvPr/>
        </p:nvSpPr>
        <p:spPr>
          <a:xfrm>
            <a:off x="5015713" y="6484857"/>
            <a:ext cx="499093" cy="230492"/>
          </a:xfrm>
          <a:prstGeom prst="rect">
            <a:avLst/>
          </a:prstGeom>
          <a:solidFill>
            <a:srgbClr val="C7E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F363455D-8E9A-4CDB-77B8-63E676286C15}"/>
              </a:ext>
            </a:extLst>
          </p:cNvPr>
          <p:cNvSpPr/>
          <p:nvPr/>
        </p:nvSpPr>
        <p:spPr>
          <a:xfrm>
            <a:off x="5016131" y="6717124"/>
            <a:ext cx="499093" cy="230492"/>
          </a:xfrm>
          <a:prstGeom prst="rect">
            <a:avLst/>
          </a:prstGeom>
          <a:solidFill>
            <a:srgbClr val="B6C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8D78EAAC-E9B8-2168-FEBE-8F23BB0C5AA1}"/>
              </a:ext>
            </a:extLst>
          </p:cNvPr>
          <p:cNvSpPr/>
          <p:nvPr/>
        </p:nvSpPr>
        <p:spPr>
          <a:xfrm>
            <a:off x="5776005" y="5540354"/>
            <a:ext cx="986125" cy="1001534"/>
          </a:xfrm>
          <a:prstGeom prst="roundRect">
            <a:avLst>
              <a:gd name="adj" fmla="val 4706"/>
            </a:avLst>
          </a:prstGeom>
          <a:solidFill>
            <a:srgbClr val="F9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225DAB20-B643-1A86-7951-C129FFD1E240}"/>
              </a:ext>
            </a:extLst>
          </p:cNvPr>
          <p:cNvSpPr/>
          <p:nvPr/>
        </p:nvSpPr>
        <p:spPr>
          <a:xfrm>
            <a:off x="5857095" y="5222941"/>
            <a:ext cx="835523" cy="173413"/>
          </a:xfrm>
          <a:prstGeom prst="rect">
            <a:avLst/>
          </a:prstGeom>
          <a:solidFill>
            <a:srgbClr val="F8CAD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D40663BE-A213-F7BC-3216-54BF3ECB4C1A}"/>
              </a:ext>
            </a:extLst>
          </p:cNvPr>
          <p:cNvSpPr/>
          <p:nvPr/>
        </p:nvSpPr>
        <p:spPr>
          <a:xfrm>
            <a:off x="5861573" y="4402368"/>
            <a:ext cx="807720" cy="735454"/>
          </a:xfrm>
          <a:prstGeom prst="roundRect">
            <a:avLst>
              <a:gd name="adj" fmla="val 2130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7FF50367-3E71-7266-E294-8C3D01040BA9}"/>
              </a:ext>
            </a:extLst>
          </p:cNvPr>
          <p:cNvSpPr/>
          <p:nvPr/>
        </p:nvSpPr>
        <p:spPr>
          <a:xfrm>
            <a:off x="5916127" y="4572048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9CF677D-9BE4-EC90-F9CC-720B6B9E47AF}"/>
              </a:ext>
            </a:extLst>
          </p:cNvPr>
          <p:cNvSpPr/>
          <p:nvPr/>
        </p:nvSpPr>
        <p:spPr>
          <a:xfrm>
            <a:off x="6042127" y="4572048"/>
            <a:ext cx="126000" cy="126000"/>
          </a:xfrm>
          <a:prstGeom prst="rect">
            <a:avLst/>
          </a:prstGeom>
          <a:solidFill>
            <a:srgbClr val="C3F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F9954A35-7066-DC31-B141-28E0681C91D3}"/>
              </a:ext>
            </a:extLst>
          </p:cNvPr>
          <p:cNvSpPr/>
          <p:nvPr/>
        </p:nvSpPr>
        <p:spPr>
          <a:xfrm>
            <a:off x="6168127" y="4572048"/>
            <a:ext cx="126000" cy="126000"/>
          </a:xfrm>
          <a:prstGeom prst="rect">
            <a:avLst/>
          </a:prstGeom>
          <a:solidFill>
            <a:srgbClr val="CAF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CA57EB5A-7C33-0AC6-B021-E42C82146D8B}"/>
              </a:ext>
            </a:extLst>
          </p:cNvPr>
          <p:cNvSpPr/>
          <p:nvPr/>
        </p:nvSpPr>
        <p:spPr>
          <a:xfrm>
            <a:off x="5917397" y="4446048"/>
            <a:ext cx="126000" cy="126000"/>
          </a:xfrm>
          <a:prstGeom prst="rect">
            <a:avLst/>
          </a:prstGeom>
          <a:solidFill>
            <a:srgbClr val="D0F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22A70ED-5CA9-9E81-ADF7-66A9ADACCFA3}"/>
              </a:ext>
            </a:extLst>
          </p:cNvPr>
          <p:cNvSpPr/>
          <p:nvPr/>
        </p:nvSpPr>
        <p:spPr>
          <a:xfrm>
            <a:off x="6043397" y="4446048"/>
            <a:ext cx="126000" cy="126000"/>
          </a:xfrm>
          <a:prstGeom prst="rect">
            <a:avLst/>
          </a:prstGeom>
          <a:solidFill>
            <a:srgbClr val="D7F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03F8B18F-DFD7-EF94-75AA-3A42AAF3BAD2}"/>
              </a:ext>
            </a:extLst>
          </p:cNvPr>
          <p:cNvSpPr/>
          <p:nvPr/>
        </p:nvSpPr>
        <p:spPr>
          <a:xfrm>
            <a:off x="6169397" y="4446048"/>
            <a:ext cx="126000" cy="126000"/>
          </a:xfrm>
          <a:prstGeom prst="rect">
            <a:avLst/>
          </a:prstGeom>
          <a:solidFill>
            <a:srgbClr val="DEF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0EB24C62-6F0A-B830-296E-21243D49E2F6}"/>
              </a:ext>
            </a:extLst>
          </p:cNvPr>
          <p:cNvSpPr/>
          <p:nvPr/>
        </p:nvSpPr>
        <p:spPr>
          <a:xfrm>
            <a:off x="5915629" y="4698048"/>
            <a:ext cx="126000" cy="126000"/>
          </a:xfrm>
          <a:prstGeom prst="rect">
            <a:avLst/>
          </a:prstGeom>
          <a:solidFill>
            <a:srgbClr val="E4F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28365468-B96E-CD8A-19B4-E71F54B71BB7}"/>
              </a:ext>
            </a:extLst>
          </p:cNvPr>
          <p:cNvSpPr/>
          <p:nvPr/>
        </p:nvSpPr>
        <p:spPr>
          <a:xfrm>
            <a:off x="6041629" y="4698048"/>
            <a:ext cx="126000" cy="126000"/>
          </a:xfrm>
          <a:prstGeom prst="rect">
            <a:avLst/>
          </a:prstGeom>
          <a:solidFill>
            <a:srgbClr val="EBF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0D09D9A0-54DC-9040-7157-7E071D9AE69B}"/>
              </a:ext>
            </a:extLst>
          </p:cNvPr>
          <p:cNvSpPr/>
          <p:nvPr/>
        </p:nvSpPr>
        <p:spPr>
          <a:xfrm>
            <a:off x="6167629" y="4698048"/>
            <a:ext cx="126000" cy="126000"/>
          </a:xfrm>
          <a:prstGeom prst="rect">
            <a:avLst/>
          </a:prstGeom>
          <a:solidFill>
            <a:srgbClr val="F1F0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D8B525C9-28E8-E296-A249-F9E5A83B4781}"/>
              </a:ext>
            </a:extLst>
          </p:cNvPr>
          <p:cNvSpPr/>
          <p:nvPr/>
        </p:nvSpPr>
        <p:spPr>
          <a:xfrm>
            <a:off x="5915629" y="4956540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3B7B759D-18E2-5BB9-2081-9DD4A9665386}"/>
              </a:ext>
            </a:extLst>
          </p:cNvPr>
          <p:cNvSpPr/>
          <p:nvPr/>
        </p:nvSpPr>
        <p:spPr>
          <a:xfrm>
            <a:off x="6041629" y="4956540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3F19E4BD-A37C-FD87-8689-94FA56BB646F}"/>
              </a:ext>
            </a:extLst>
          </p:cNvPr>
          <p:cNvSpPr/>
          <p:nvPr/>
        </p:nvSpPr>
        <p:spPr>
          <a:xfrm>
            <a:off x="6167629" y="4956540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FD3BAD51-01EE-09E8-8636-F1A956B32D07}"/>
              </a:ext>
            </a:extLst>
          </p:cNvPr>
          <p:cNvSpPr/>
          <p:nvPr/>
        </p:nvSpPr>
        <p:spPr>
          <a:xfrm>
            <a:off x="6499544" y="4443132"/>
            <a:ext cx="126000" cy="126000"/>
          </a:xfrm>
          <a:prstGeom prst="rect">
            <a:avLst/>
          </a:prstGeom>
          <a:solidFill>
            <a:srgbClr val="F3B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EC20713-6D95-F14D-8638-4E8E2899B15B}"/>
              </a:ext>
            </a:extLst>
          </p:cNvPr>
          <p:cNvSpPr/>
          <p:nvPr/>
        </p:nvSpPr>
        <p:spPr>
          <a:xfrm>
            <a:off x="6499544" y="4569132"/>
            <a:ext cx="126000" cy="126000"/>
          </a:xfrm>
          <a:prstGeom prst="rect">
            <a:avLst/>
          </a:prstGeom>
          <a:solidFill>
            <a:srgbClr val="F7C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C87E11B0-3CF0-4160-76E9-D0B96753DC7B}"/>
              </a:ext>
            </a:extLst>
          </p:cNvPr>
          <p:cNvSpPr/>
          <p:nvPr/>
        </p:nvSpPr>
        <p:spPr>
          <a:xfrm>
            <a:off x="6499544" y="4695132"/>
            <a:ext cx="126000" cy="126000"/>
          </a:xfrm>
          <a:prstGeom prst="rect">
            <a:avLst/>
          </a:prstGeom>
          <a:solidFill>
            <a:srgbClr val="EF9E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0074F288-FB40-93CA-39ED-936892147635}"/>
              </a:ext>
            </a:extLst>
          </p:cNvPr>
          <p:cNvSpPr/>
          <p:nvPr/>
        </p:nvSpPr>
        <p:spPr>
          <a:xfrm>
            <a:off x="6499544" y="4956540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652626F8-9BF0-0D87-2556-1ACDC1255AD0}"/>
              </a:ext>
            </a:extLst>
          </p:cNvPr>
          <p:cNvSpPr/>
          <p:nvPr/>
        </p:nvSpPr>
        <p:spPr>
          <a:xfrm>
            <a:off x="6334781" y="4677717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6A74B988-9A93-99F6-59BB-B9EEA1FD8EEF}"/>
              </a:ext>
            </a:extLst>
          </p:cNvPr>
          <p:cNvSpPr/>
          <p:nvPr/>
        </p:nvSpPr>
        <p:spPr>
          <a:xfrm>
            <a:off x="6326209" y="4945446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4A8CE5C0-9D38-ACBC-D887-5EBC670DB7D1}"/>
              </a:ext>
            </a:extLst>
          </p:cNvPr>
          <p:cNvSpPr/>
          <p:nvPr/>
        </p:nvSpPr>
        <p:spPr>
          <a:xfrm rot="5400000">
            <a:off x="6502056" y="4843954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2D9E18CA-CD23-978B-B860-87D40CEE4D97}"/>
              </a:ext>
            </a:extLst>
          </p:cNvPr>
          <p:cNvSpPr/>
          <p:nvPr/>
        </p:nvSpPr>
        <p:spPr>
          <a:xfrm rot="5400000">
            <a:off x="5890706" y="4831995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86E2733A-C846-F892-FD97-CAE6B9535007}"/>
              </a:ext>
            </a:extLst>
          </p:cNvPr>
          <p:cNvSpPr/>
          <p:nvPr/>
        </p:nvSpPr>
        <p:spPr>
          <a:xfrm rot="5400000">
            <a:off x="6032685" y="4829637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A6B18A74-8B67-932B-CC37-D8B4DBCE22CF}"/>
              </a:ext>
            </a:extLst>
          </p:cNvPr>
          <p:cNvSpPr/>
          <p:nvPr/>
        </p:nvSpPr>
        <p:spPr>
          <a:xfrm rot="5400000">
            <a:off x="6165051" y="4832544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6164198B-30B7-8ACA-55FF-4793817BE224}"/>
              </a:ext>
            </a:extLst>
          </p:cNvPr>
          <p:cNvSpPr/>
          <p:nvPr/>
        </p:nvSpPr>
        <p:spPr>
          <a:xfrm rot="1844792">
            <a:off x="6342681" y="4840144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F111E085-83C6-E493-EE38-9B0DE9E08719}"/>
              </a:ext>
            </a:extLst>
          </p:cNvPr>
          <p:cNvSpPr/>
          <p:nvPr/>
        </p:nvSpPr>
        <p:spPr>
          <a:xfrm>
            <a:off x="6007400" y="5715036"/>
            <a:ext cx="690404" cy="628634"/>
          </a:xfrm>
          <a:prstGeom prst="roundRect">
            <a:avLst>
              <a:gd name="adj" fmla="val 2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03103304-CB07-E44F-E5DE-68616EA8DD73}"/>
              </a:ext>
            </a:extLst>
          </p:cNvPr>
          <p:cNvSpPr/>
          <p:nvPr/>
        </p:nvSpPr>
        <p:spPr>
          <a:xfrm>
            <a:off x="6054030" y="5860071"/>
            <a:ext cx="107699" cy="107699"/>
          </a:xfrm>
          <a:prstGeom prst="rect">
            <a:avLst/>
          </a:prstGeom>
          <a:solidFill>
            <a:srgbClr val="E9E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069CEE2D-3F78-E9CA-7E3C-7DADEFE2BDCC}"/>
              </a:ext>
            </a:extLst>
          </p:cNvPr>
          <p:cNvSpPr/>
          <p:nvPr/>
        </p:nvSpPr>
        <p:spPr>
          <a:xfrm>
            <a:off x="6161730" y="5860071"/>
            <a:ext cx="107699" cy="107699"/>
          </a:xfrm>
          <a:prstGeom prst="rect">
            <a:avLst/>
          </a:prstGeom>
          <a:solidFill>
            <a:srgbClr val="FAFB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294F4B22-FE76-C374-D039-474BA85AAF54}"/>
              </a:ext>
            </a:extLst>
          </p:cNvPr>
          <p:cNvSpPr/>
          <p:nvPr/>
        </p:nvSpPr>
        <p:spPr>
          <a:xfrm>
            <a:off x="6269429" y="5860071"/>
            <a:ext cx="107699" cy="107699"/>
          </a:xfrm>
          <a:prstGeom prst="rect">
            <a:avLst/>
          </a:prstGeom>
          <a:solidFill>
            <a:srgbClr val="A3E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69695AE9-91B4-957B-5818-6A61C02281C3}"/>
              </a:ext>
            </a:extLst>
          </p:cNvPr>
          <p:cNvSpPr/>
          <p:nvPr/>
        </p:nvSpPr>
        <p:spPr>
          <a:xfrm>
            <a:off x="6054481" y="5752372"/>
            <a:ext cx="107699" cy="1076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43A276D0-A121-1532-D1B7-9E3080161369}"/>
              </a:ext>
            </a:extLst>
          </p:cNvPr>
          <p:cNvSpPr/>
          <p:nvPr/>
        </p:nvSpPr>
        <p:spPr>
          <a:xfrm>
            <a:off x="6162180" y="5752372"/>
            <a:ext cx="107699" cy="107699"/>
          </a:xfrm>
          <a:prstGeom prst="rect">
            <a:avLst/>
          </a:prstGeom>
          <a:solidFill>
            <a:srgbClr val="96E9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1339A6DE-E930-AAA1-41E4-E37EB9E6FCF5}"/>
              </a:ext>
            </a:extLst>
          </p:cNvPr>
          <p:cNvSpPr/>
          <p:nvPr/>
        </p:nvSpPr>
        <p:spPr>
          <a:xfrm>
            <a:off x="6269880" y="5752372"/>
            <a:ext cx="107699" cy="107699"/>
          </a:xfrm>
          <a:prstGeom prst="rect">
            <a:avLst/>
          </a:prstGeom>
          <a:solidFill>
            <a:srgbClr val="8CE0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9013024A-6531-912E-2E52-95B7E992B8B2}"/>
              </a:ext>
            </a:extLst>
          </p:cNvPr>
          <p:cNvSpPr/>
          <p:nvPr/>
        </p:nvSpPr>
        <p:spPr>
          <a:xfrm>
            <a:off x="6053605" y="5967770"/>
            <a:ext cx="107699" cy="107699"/>
          </a:xfrm>
          <a:prstGeom prst="rect">
            <a:avLst/>
          </a:prstGeom>
          <a:solidFill>
            <a:srgbClr val="8CE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F4A601BE-D086-D162-4CFF-383DB141B02D}"/>
              </a:ext>
            </a:extLst>
          </p:cNvPr>
          <p:cNvSpPr/>
          <p:nvPr/>
        </p:nvSpPr>
        <p:spPr>
          <a:xfrm>
            <a:off x="6161304" y="5967770"/>
            <a:ext cx="107699" cy="107699"/>
          </a:xfrm>
          <a:prstGeom prst="rect">
            <a:avLst/>
          </a:prstGeom>
          <a:solidFill>
            <a:srgbClr val="64E0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DED621A-F591-9D99-D951-4240984FFA3A}"/>
              </a:ext>
            </a:extLst>
          </p:cNvPr>
          <p:cNvSpPr/>
          <p:nvPr/>
        </p:nvSpPr>
        <p:spPr>
          <a:xfrm>
            <a:off x="6269003" y="5967770"/>
            <a:ext cx="107699" cy="107699"/>
          </a:xfrm>
          <a:prstGeom prst="rect">
            <a:avLst/>
          </a:prstGeom>
          <a:solidFill>
            <a:srgbClr val="B2F8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B7E4B627-7875-D2EA-411A-5835F675CD30}"/>
              </a:ext>
            </a:extLst>
          </p:cNvPr>
          <p:cNvSpPr/>
          <p:nvPr/>
        </p:nvSpPr>
        <p:spPr>
          <a:xfrm>
            <a:off x="6053605" y="6188718"/>
            <a:ext cx="107699" cy="107699"/>
          </a:xfrm>
          <a:prstGeom prst="rect">
            <a:avLst/>
          </a:prstGeom>
          <a:solidFill>
            <a:srgbClr val="D2FA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172BF4B-5753-F920-D8C2-FFB91AC53608}"/>
              </a:ext>
            </a:extLst>
          </p:cNvPr>
          <p:cNvSpPr/>
          <p:nvPr/>
        </p:nvSpPr>
        <p:spPr>
          <a:xfrm>
            <a:off x="6161304" y="6188718"/>
            <a:ext cx="107699" cy="107699"/>
          </a:xfrm>
          <a:prstGeom prst="rect">
            <a:avLst/>
          </a:prstGeom>
          <a:solidFill>
            <a:srgbClr val="79F8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F92B8D2B-CBEE-E1BF-9F2F-294898FB078B}"/>
              </a:ext>
            </a:extLst>
          </p:cNvPr>
          <p:cNvSpPr/>
          <p:nvPr/>
        </p:nvSpPr>
        <p:spPr>
          <a:xfrm>
            <a:off x="6269003" y="6188718"/>
            <a:ext cx="107699" cy="107699"/>
          </a:xfrm>
          <a:prstGeom prst="rect">
            <a:avLst/>
          </a:prstGeom>
          <a:solidFill>
            <a:srgbClr val="46F4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19FEA6E3-9D68-D88B-5C3B-089327F7ED9E}"/>
              </a:ext>
            </a:extLst>
          </p:cNvPr>
          <p:cNvSpPr/>
          <p:nvPr/>
        </p:nvSpPr>
        <p:spPr>
          <a:xfrm>
            <a:off x="6552710" y="5749879"/>
            <a:ext cx="107699" cy="107699"/>
          </a:xfrm>
          <a:prstGeom prst="rect">
            <a:avLst/>
          </a:prstGeom>
          <a:solidFill>
            <a:srgbClr val="A8E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DA1D12A7-6F66-FD45-AEBF-7481344368FF}"/>
              </a:ext>
            </a:extLst>
          </p:cNvPr>
          <p:cNvSpPr/>
          <p:nvPr/>
        </p:nvSpPr>
        <p:spPr>
          <a:xfrm>
            <a:off x="6552710" y="5857579"/>
            <a:ext cx="107699" cy="107699"/>
          </a:xfrm>
          <a:prstGeom prst="rect">
            <a:avLst/>
          </a:prstGeom>
          <a:solidFill>
            <a:srgbClr val="9BE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F80B243D-8DD6-1EE4-31F3-0AA487650B9B}"/>
              </a:ext>
            </a:extLst>
          </p:cNvPr>
          <p:cNvSpPr/>
          <p:nvPr/>
        </p:nvSpPr>
        <p:spPr>
          <a:xfrm>
            <a:off x="6552710" y="5965278"/>
            <a:ext cx="107699" cy="107699"/>
          </a:xfrm>
          <a:prstGeom prst="rect">
            <a:avLst/>
          </a:prstGeom>
          <a:solidFill>
            <a:srgbClr val="DBD9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D9D02906-5988-4F06-BBF3-E9AB5EEAFD3B}"/>
              </a:ext>
            </a:extLst>
          </p:cNvPr>
          <p:cNvSpPr/>
          <p:nvPr/>
        </p:nvSpPr>
        <p:spPr>
          <a:xfrm>
            <a:off x="6552710" y="6188718"/>
            <a:ext cx="107699" cy="107699"/>
          </a:xfrm>
          <a:prstGeom prst="rect">
            <a:avLst/>
          </a:prstGeom>
          <a:solidFill>
            <a:srgbClr val="9FF7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ACA332B3-6C18-518D-5E0A-288E575B07E4}"/>
              </a:ext>
            </a:extLst>
          </p:cNvPr>
          <p:cNvSpPr/>
          <p:nvPr/>
        </p:nvSpPr>
        <p:spPr>
          <a:xfrm>
            <a:off x="6404551" y="5950392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D2D269D7-8145-E77D-C8B5-29F31263EF18}"/>
              </a:ext>
            </a:extLst>
          </p:cNvPr>
          <p:cNvSpPr/>
          <p:nvPr/>
        </p:nvSpPr>
        <p:spPr>
          <a:xfrm>
            <a:off x="6404551" y="6179235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AE5BB82D-72AD-C3C4-565B-E40F96FDED9A}"/>
              </a:ext>
            </a:extLst>
          </p:cNvPr>
          <p:cNvSpPr/>
          <p:nvPr/>
        </p:nvSpPr>
        <p:spPr>
          <a:xfrm rot="5400000">
            <a:off x="6554857" y="6092484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C45D0C5D-12B2-D6C7-C75A-0CB9F4567525}"/>
              </a:ext>
            </a:extLst>
          </p:cNvPr>
          <p:cNvSpPr/>
          <p:nvPr/>
        </p:nvSpPr>
        <p:spPr>
          <a:xfrm rot="5400000">
            <a:off x="6032302" y="6082262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1C9AA73B-3957-35EA-E258-5278D1B3103A}"/>
              </a:ext>
            </a:extLst>
          </p:cNvPr>
          <p:cNvSpPr/>
          <p:nvPr/>
        </p:nvSpPr>
        <p:spPr>
          <a:xfrm rot="5400000">
            <a:off x="6153659" y="6080247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8A97BDA7-5404-21D0-2ECD-35E6F079334F}"/>
              </a:ext>
            </a:extLst>
          </p:cNvPr>
          <p:cNvSpPr/>
          <p:nvPr/>
        </p:nvSpPr>
        <p:spPr>
          <a:xfrm rot="5400000">
            <a:off x="6266800" y="6082732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21A2FB18-D20E-89F9-AB22-8ABB4D129ED9}"/>
              </a:ext>
            </a:extLst>
          </p:cNvPr>
          <p:cNvSpPr/>
          <p:nvPr/>
        </p:nvSpPr>
        <p:spPr>
          <a:xfrm rot="1844792">
            <a:off x="6418630" y="6089228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FF8D7402-E6F6-B18B-60BE-A474EAA89008}"/>
              </a:ext>
            </a:extLst>
          </p:cNvPr>
          <p:cNvSpPr/>
          <p:nvPr/>
        </p:nvSpPr>
        <p:spPr>
          <a:xfrm>
            <a:off x="5845700" y="5731488"/>
            <a:ext cx="107699" cy="107699"/>
          </a:xfrm>
          <a:prstGeom prst="rect">
            <a:avLst/>
          </a:prstGeom>
          <a:solidFill>
            <a:srgbClr val="E6D65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905AFEF8-D0C0-AC15-66D6-79AE71156786}"/>
              </a:ext>
            </a:extLst>
          </p:cNvPr>
          <p:cNvSpPr/>
          <p:nvPr/>
        </p:nvSpPr>
        <p:spPr>
          <a:xfrm>
            <a:off x="5847605" y="6203508"/>
            <a:ext cx="107699" cy="107699"/>
          </a:xfrm>
          <a:prstGeom prst="rect">
            <a:avLst/>
          </a:prstGeom>
          <a:solidFill>
            <a:srgbClr val="9AFB8A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2C175F4A-4577-7EBB-1A63-144EEA4E0522}"/>
              </a:ext>
            </a:extLst>
          </p:cNvPr>
          <p:cNvSpPr/>
          <p:nvPr/>
        </p:nvSpPr>
        <p:spPr>
          <a:xfrm>
            <a:off x="5847605" y="5972139"/>
            <a:ext cx="107699" cy="107699"/>
          </a:xfrm>
          <a:prstGeom prst="rect">
            <a:avLst/>
          </a:prstGeom>
          <a:solidFill>
            <a:srgbClr val="D5F554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566A04AA-0348-CA71-53A0-70A06319AD4A}"/>
              </a:ext>
            </a:extLst>
          </p:cNvPr>
          <p:cNvSpPr/>
          <p:nvPr/>
        </p:nvSpPr>
        <p:spPr>
          <a:xfrm>
            <a:off x="5847605" y="5851914"/>
            <a:ext cx="107699" cy="107699"/>
          </a:xfrm>
          <a:prstGeom prst="rect">
            <a:avLst/>
          </a:prstGeom>
          <a:solidFill>
            <a:srgbClr val="CFFA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717A028E-D628-854E-BEC4-FC482292A304}"/>
              </a:ext>
            </a:extLst>
          </p:cNvPr>
          <p:cNvSpPr/>
          <p:nvPr/>
        </p:nvSpPr>
        <p:spPr>
          <a:xfrm rot="5400000">
            <a:off x="5846954" y="6103107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4240" tIns="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DA773648-BEC5-CA84-0933-14F32EA7796B}"/>
              </a:ext>
            </a:extLst>
          </p:cNvPr>
          <p:cNvSpPr/>
          <p:nvPr/>
        </p:nvSpPr>
        <p:spPr>
          <a:xfrm>
            <a:off x="6011435" y="5567294"/>
            <a:ext cx="107699" cy="107699"/>
          </a:xfrm>
          <a:prstGeom prst="rect">
            <a:avLst/>
          </a:prstGeom>
          <a:solidFill>
            <a:srgbClr val="EDE8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A6A69053-61D7-819B-47CF-1DCCB86DD1C9}"/>
              </a:ext>
            </a:extLst>
          </p:cNvPr>
          <p:cNvSpPr/>
          <p:nvPr/>
        </p:nvSpPr>
        <p:spPr>
          <a:xfrm>
            <a:off x="6129545" y="5567294"/>
            <a:ext cx="107699" cy="107699"/>
          </a:xfrm>
          <a:prstGeom prst="rect">
            <a:avLst/>
          </a:prstGeom>
          <a:solidFill>
            <a:srgbClr val="F8ECAD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89337262-585E-66D6-AFB9-A5B3CCB866A4}"/>
              </a:ext>
            </a:extLst>
          </p:cNvPr>
          <p:cNvSpPr/>
          <p:nvPr/>
        </p:nvSpPr>
        <p:spPr>
          <a:xfrm>
            <a:off x="6251465" y="5567294"/>
            <a:ext cx="107699" cy="107699"/>
          </a:xfrm>
          <a:prstGeom prst="rect">
            <a:avLst/>
          </a:prstGeom>
          <a:solidFill>
            <a:srgbClr val="D2E9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566E994B-7F50-DDD7-2295-90D38ACF8655}"/>
              </a:ext>
            </a:extLst>
          </p:cNvPr>
          <p:cNvSpPr/>
          <p:nvPr/>
        </p:nvSpPr>
        <p:spPr>
          <a:xfrm>
            <a:off x="6527690" y="5567294"/>
            <a:ext cx="107699" cy="107699"/>
          </a:xfrm>
          <a:prstGeom prst="rect">
            <a:avLst/>
          </a:prstGeom>
          <a:solidFill>
            <a:srgbClr val="A9DF4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5FF4B0E5-CCF8-270A-95EB-88A7A444E275}"/>
              </a:ext>
            </a:extLst>
          </p:cNvPr>
          <p:cNvSpPr/>
          <p:nvPr/>
        </p:nvSpPr>
        <p:spPr>
          <a:xfrm>
            <a:off x="3977456" y="4821120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54D61918-EF82-E1BD-2D02-12B7B7A61127}"/>
              </a:ext>
            </a:extLst>
          </p:cNvPr>
          <p:cNvSpPr/>
          <p:nvPr/>
        </p:nvSpPr>
        <p:spPr>
          <a:xfrm>
            <a:off x="3984447" y="4701664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96FECC0-EF5F-A23D-1B18-49FB98CC6C70}"/>
              </a:ext>
            </a:extLst>
          </p:cNvPr>
          <p:cNvSpPr/>
          <p:nvPr/>
        </p:nvSpPr>
        <p:spPr>
          <a:xfrm>
            <a:off x="5090894" y="4838044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FCE8B386-5892-2F31-E274-80FB5C650DD9}"/>
              </a:ext>
            </a:extLst>
          </p:cNvPr>
          <p:cNvSpPr/>
          <p:nvPr/>
        </p:nvSpPr>
        <p:spPr>
          <a:xfrm>
            <a:off x="5090894" y="4946947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F102D917-A519-DE86-E983-AF45C1A0CDBA}"/>
              </a:ext>
            </a:extLst>
          </p:cNvPr>
          <p:cNvSpPr/>
          <p:nvPr/>
        </p:nvSpPr>
        <p:spPr>
          <a:xfrm>
            <a:off x="6334781" y="4565380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1596FB24-9F59-F19B-AE61-87FAA1F73A9B}"/>
              </a:ext>
            </a:extLst>
          </p:cNvPr>
          <p:cNvSpPr/>
          <p:nvPr/>
        </p:nvSpPr>
        <p:spPr>
          <a:xfrm>
            <a:off x="6334781" y="4425680"/>
            <a:ext cx="126000" cy="1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4EBBCE81-42C1-7EE4-5B94-62FEABF674E9}"/>
              </a:ext>
            </a:extLst>
          </p:cNvPr>
          <p:cNvSpPr/>
          <p:nvPr/>
        </p:nvSpPr>
        <p:spPr>
          <a:xfrm>
            <a:off x="6395433" y="5841123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D7B295F1-946E-04D9-9801-05DB75C4727A}"/>
              </a:ext>
            </a:extLst>
          </p:cNvPr>
          <p:cNvSpPr/>
          <p:nvPr/>
        </p:nvSpPr>
        <p:spPr>
          <a:xfrm>
            <a:off x="6395433" y="5711294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683DFB15-DFEA-EB8D-EE4F-5F599AC2C358}"/>
              </a:ext>
            </a:extLst>
          </p:cNvPr>
          <p:cNvSpPr/>
          <p:nvPr/>
        </p:nvSpPr>
        <p:spPr>
          <a:xfrm>
            <a:off x="6395433" y="5567294"/>
            <a:ext cx="107699" cy="107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7040" tIns="63720" rIns="91440" bIns="4572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4" name="矩形: 圆角 223">
            <a:extLst>
              <a:ext uri="{FF2B5EF4-FFF2-40B4-BE49-F238E27FC236}">
                <a16:creationId xmlns:a16="http://schemas.microsoft.com/office/drawing/2014/main" id="{9A9AC7C6-DABE-1289-71A7-806B7A1984D7}"/>
              </a:ext>
            </a:extLst>
          </p:cNvPr>
          <p:cNvSpPr/>
          <p:nvPr/>
        </p:nvSpPr>
        <p:spPr>
          <a:xfrm>
            <a:off x="5861573" y="6672580"/>
            <a:ext cx="819262" cy="356616"/>
          </a:xfrm>
          <a:prstGeom prst="roundRect">
            <a:avLst>
              <a:gd name="adj" fmla="val 938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888B3805-F01F-96FA-2F9D-5F6AFDE91D85}"/>
              </a:ext>
            </a:extLst>
          </p:cNvPr>
          <p:cNvSpPr/>
          <p:nvPr/>
        </p:nvSpPr>
        <p:spPr>
          <a:xfrm>
            <a:off x="5972065" y="6711623"/>
            <a:ext cx="107699" cy="107699"/>
          </a:xfrm>
          <a:prstGeom prst="rect">
            <a:avLst/>
          </a:prstGeom>
          <a:solidFill>
            <a:srgbClr val="E2F1D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49020E94-A175-1707-C34B-BF53CA199F5E}"/>
              </a:ext>
            </a:extLst>
          </p:cNvPr>
          <p:cNvSpPr/>
          <p:nvPr/>
        </p:nvSpPr>
        <p:spPr>
          <a:xfrm>
            <a:off x="6124141" y="6713664"/>
            <a:ext cx="107699" cy="107699"/>
          </a:xfrm>
          <a:prstGeom prst="rect">
            <a:avLst/>
          </a:prstGeom>
          <a:solidFill>
            <a:srgbClr val="E2F1D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F9E6DA4C-71A3-6167-01E6-6A6B73E5D2F7}"/>
              </a:ext>
            </a:extLst>
          </p:cNvPr>
          <p:cNvSpPr/>
          <p:nvPr/>
        </p:nvSpPr>
        <p:spPr>
          <a:xfrm>
            <a:off x="6316267" y="6884312"/>
            <a:ext cx="107699" cy="107699"/>
          </a:xfrm>
          <a:prstGeom prst="rect">
            <a:avLst/>
          </a:prstGeom>
          <a:solidFill>
            <a:srgbClr val="B6C6EA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63C4C77E-A072-8445-89E8-FCEBB8D9CC07}"/>
              </a:ext>
            </a:extLst>
          </p:cNvPr>
          <p:cNvSpPr/>
          <p:nvPr/>
        </p:nvSpPr>
        <p:spPr>
          <a:xfrm>
            <a:off x="6123657" y="6884312"/>
            <a:ext cx="107699" cy="107699"/>
          </a:xfrm>
          <a:prstGeom prst="rect">
            <a:avLst/>
          </a:prstGeom>
          <a:solidFill>
            <a:srgbClr val="B6C6EA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41D58915-1E80-101B-C82D-8D5FE6B444FE}"/>
              </a:ext>
            </a:extLst>
          </p:cNvPr>
          <p:cNvSpPr/>
          <p:nvPr/>
        </p:nvSpPr>
        <p:spPr>
          <a:xfrm>
            <a:off x="5972065" y="6884312"/>
            <a:ext cx="107699" cy="107699"/>
          </a:xfrm>
          <a:prstGeom prst="rect">
            <a:avLst/>
          </a:prstGeom>
          <a:solidFill>
            <a:srgbClr val="B6C6EA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996D7043-47AB-23E6-DDD6-A739EFF89020}"/>
              </a:ext>
            </a:extLst>
          </p:cNvPr>
          <p:cNvSpPr/>
          <p:nvPr/>
        </p:nvSpPr>
        <p:spPr>
          <a:xfrm>
            <a:off x="6477525" y="6884312"/>
            <a:ext cx="107699" cy="107699"/>
          </a:xfrm>
          <a:prstGeom prst="rect">
            <a:avLst/>
          </a:prstGeom>
          <a:solidFill>
            <a:srgbClr val="B6C6EA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329A1651-F6C0-9584-8DFC-228A6068FFD2}"/>
              </a:ext>
            </a:extLst>
          </p:cNvPr>
          <p:cNvSpPr/>
          <p:nvPr/>
        </p:nvSpPr>
        <p:spPr>
          <a:xfrm>
            <a:off x="6477652" y="6710875"/>
            <a:ext cx="107699" cy="107699"/>
          </a:xfrm>
          <a:prstGeom prst="rect">
            <a:avLst/>
          </a:prstGeom>
          <a:solidFill>
            <a:srgbClr val="B7DC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: 圆角 237">
            <a:extLst>
              <a:ext uri="{FF2B5EF4-FFF2-40B4-BE49-F238E27FC236}">
                <a16:creationId xmlns:a16="http://schemas.microsoft.com/office/drawing/2014/main" id="{236AB25F-589C-BA1A-D519-6B192E03177F}"/>
              </a:ext>
            </a:extLst>
          </p:cNvPr>
          <p:cNvSpPr/>
          <p:nvPr/>
        </p:nvSpPr>
        <p:spPr>
          <a:xfrm>
            <a:off x="53340" y="7216018"/>
            <a:ext cx="6804660" cy="620120"/>
          </a:xfrm>
          <a:prstGeom prst="roundRect">
            <a:avLst>
              <a:gd name="adj" fmla="val 2130"/>
            </a:avLst>
          </a:prstGeom>
          <a:solidFill>
            <a:srgbClr val="F4F4F4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3D9C19B3-4F34-0A90-99BC-75AF97312E6E}"/>
              </a:ext>
            </a:extLst>
          </p:cNvPr>
          <p:cNvSpPr/>
          <p:nvPr/>
        </p:nvSpPr>
        <p:spPr>
          <a:xfrm>
            <a:off x="6316997" y="6711623"/>
            <a:ext cx="107699" cy="107699"/>
          </a:xfrm>
          <a:prstGeom prst="rect">
            <a:avLst/>
          </a:prstGeom>
          <a:solidFill>
            <a:srgbClr val="B7DC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83D30188-4E08-8D56-D404-B2852477E66F}"/>
              </a:ext>
            </a:extLst>
          </p:cNvPr>
          <p:cNvSpPr/>
          <p:nvPr/>
        </p:nvSpPr>
        <p:spPr>
          <a:xfrm>
            <a:off x="564313" y="7382888"/>
            <a:ext cx="421789" cy="194791"/>
          </a:xfrm>
          <a:prstGeom prst="rect">
            <a:avLst/>
          </a:prstGeom>
          <a:solidFill>
            <a:srgbClr val="E2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DE18A4F0-8ED6-C79A-ABD5-DD537F8EF6A7}"/>
              </a:ext>
            </a:extLst>
          </p:cNvPr>
          <p:cNvSpPr/>
          <p:nvPr/>
        </p:nvSpPr>
        <p:spPr>
          <a:xfrm>
            <a:off x="985653" y="7384170"/>
            <a:ext cx="421789" cy="194791"/>
          </a:xfrm>
          <a:prstGeom prst="rect">
            <a:avLst/>
          </a:prstGeom>
          <a:solidFill>
            <a:srgbClr val="C7E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1F2CF444-90C1-DCE2-049F-7C15C33AC443}"/>
              </a:ext>
            </a:extLst>
          </p:cNvPr>
          <p:cNvSpPr/>
          <p:nvPr/>
        </p:nvSpPr>
        <p:spPr>
          <a:xfrm>
            <a:off x="564666" y="7577274"/>
            <a:ext cx="421789" cy="194791"/>
          </a:xfrm>
          <a:prstGeom prst="rect">
            <a:avLst/>
          </a:prstGeom>
          <a:solidFill>
            <a:srgbClr val="DAE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774A5757-9A0F-34EE-CE6F-344E475192CA}"/>
              </a:ext>
            </a:extLst>
          </p:cNvPr>
          <p:cNvSpPr/>
          <p:nvPr/>
        </p:nvSpPr>
        <p:spPr>
          <a:xfrm>
            <a:off x="986006" y="7576651"/>
            <a:ext cx="421789" cy="194791"/>
          </a:xfrm>
          <a:prstGeom prst="rect">
            <a:avLst/>
          </a:prstGeom>
          <a:solidFill>
            <a:srgbClr val="B6C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9939ABE9-B665-BF5C-64E0-AEB39DFB4236}"/>
              </a:ext>
            </a:extLst>
          </p:cNvPr>
          <p:cNvSpPr/>
          <p:nvPr/>
        </p:nvSpPr>
        <p:spPr>
          <a:xfrm>
            <a:off x="1747030" y="7429125"/>
            <a:ext cx="511030" cy="194791"/>
          </a:xfrm>
          <a:prstGeom prst="rect">
            <a:avLst/>
          </a:prstGeom>
          <a:solidFill>
            <a:srgbClr val="C7E4B3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DB879E37-271A-8A01-9EE1-FD344819A509}"/>
              </a:ext>
            </a:extLst>
          </p:cNvPr>
          <p:cNvSpPr/>
          <p:nvPr/>
        </p:nvSpPr>
        <p:spPr>
          <a:xfrm>
            <a:off x="2833594" y="7429125"/>
            <a:ext cx="511030" cy="194791"/>
          </a:xfrm>
          <a:prstGeom prst="rect">
            <a:avLst/>
          </a:prstGeom>
          <a:solidFill>
            <a:srgbClr val="B6C6EA"/>
          </a:solidFill>
          <a:ln>
            <a:solidFill>
              <a:srgbClr val="87A2D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0DE33809-2312-15DA-93A1-D9CB7D3E5F9A}"/>
              </a:ext>
            </a:extLst>
          </p:cNvPr>
          <p:cNvSpPr/>
          <p:nvPr/>
        </p:nvSpPr>
        <p:spPr>
          <a:xfrm>
            <a:off x="4125501" y="7356136"/>
            <a:ext cx="126000" cy="12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2F6AA196-DA3E-27DA-5D4F-9D2B21F1A38A}"/>
              </a:ext>
            </a:extLst>
          </p:cNvPr>
          <p:cNvSpPr/>
          <p:nvPr/>
        </p:nvSpPr>
        <p:spPr>
          <a:xfrm>
            <a:off x="4125501" y="7356136"/>
            <a:ext cx="126000" cy="126000"/>
          </a:xfrm>
          <a:prstGeom prst="rect">
            <a:avLst/>
          </a:prstGeom>
          <a:solidFill>
            <a:srgbClr val="E2F1D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25ACAC81-7A40-679A-7C2F-33E17E0BDA29}"/>
              </a:ext>
            </a:extLst>
          </p:cNvPr>
          <p:cNvSpPr/>
          <p:nvPr/>
        </p:nvSpPr>
        <p:spPr>
          <a:xfrm>
            <a:off x="4694461" y="7356136"/>
            <a:ext cx="126000" cy="126000"/>
          </a:xfrm>
          <a:prstGeom prst="rect">
            <a:avLst/>
          </a:prstGeom>
          <a:solidFill>
            <a:srgbClr val="B6C6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054007B3-DDA6-4558-27D0-1DFABFCBF47E}"/>
              </a:ext>
            </a:extLst>
          </p:cNvPr>
          <p:cNvSpPr/>
          <p:nvPr/>
        </p:nvSpPr>
        <p:spPr>
          <a:xfrm>
            <a:off x="4504807" y="7356136"/>
            <a:ext cx="126000" cy="126000"/>
          </a:xfrm>
          <a:prstGeom prst="rect">
            <a:avLst/>
          </a:prstGeom>
          <a:solidFill>
            <a:srgbClr val="B6C6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8C52332B-B71F-8D65-7D19-F1E1B2F6B4C5}"/>
              </a:ext>
            </a:extLst>
          </p:cNvPr>
          <p:cNvSpPr/>
          <p:nvPr/>
        </p:nvSpPr>
        <p:spPr>
          <a:xfrm>
            <a:off x="4315154" y="7356136"/>
            <a:ext cx="126000" cy="126000"/>
          </a:xfrm>
          <a:prstGeom prst="rect">
            <a:avLst/>
          </a:prstGeom>
          <a:solidFill>
            <a:srgbClr val="B7DC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941AC4BC-6F4A-EB1D-3836-23C517A4A437}"/>
              </a:ext>
            </a:extLst>
          </p:cNvPr>
          <p:cNvSpPr/>
          <p:nvPr/>
        </p:nvSpPr>
        <p:spPr>
          <a:xfrm>
            <a:off x="5212080" y="7354222"/>
            <a:ext cx="337820" cy="335834"/>
          </a:xfrm>
          <a:prstGeom prst="roundRect">
            <a:avLst>
              <a:gd name="adj" fmla="val 2130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194F6C9F-7A2E-3A0F-5C24-2E47DCE5D1C0}"/>
              </a:ext>
            </a:extLst>
          </p:cNvPr>
          <p:cNvSpPr/>
          <p:nvPr/>
        </p:nvSpPr>
        <p:spPr>
          <a:xfrm>
            <a:off x="5231021" y="7374438"/>
            <a:ext cx="88718" cy="887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225C309B-0665-6A21-E3D7-76B950CDC6A2}"/>
              </a:ext>
            </a:extLst>
          </p:cNvPr>
          <p:cNvSpPr/>
          <p:nvPr/>
        </p:nvSpPr>
        <p:spPr>
          <a:xfrm>
            <a:off x="5333046" y="7374438"/>
            <a:ext cx="88718" cy="88718"/>
          </a:xfrm>
          <a:prstGeom prst="rect">
            <a:avLst/>
          </a:prstGeom>
          <a:solidFill>
            <a:srgbClr val="DEEE8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4EFE4890-64B2-B1EC-3802-8A022516C7E0}"/>
              </a:ext>
            </a:extLst>
          </p:cNvPr>
          <p:cNvSpPr/>
          <p:nvPr/>
        </p:nvSpPr>
        <p:spPr>
          <a:xfrm>
            <a:off x="5435072" y="7374438"/>
            <a:ext cx="88718" cy="88718"/>
          </a:xfrm>
          <a:prstGeom prst="rect">
            <a:avLst/>
          </a:prstGeom>
          <a:solidFill>
            <a:srgbClr val="EFF2A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BB3140A6-5AD8-481D-E0A2-96626A1267BC}"/>
              </a:ext>
            </a:extLst>
          </p:cNvPr>
          <p:cNvSpPr/>
          <p:nvPr/>
        </p:nvSpPr>
        <p:spPr>
          <a:xfrm>
            <a:off x="5231021" y="7476463"/>
            <a:ext cx="88718" cy="88718"/>
          </a:xfrm>
          <a:prstGeom prst="rect">
            <a:avLst/>
          </a:prstGeom>
          <a:solidFill>
            <a:srgbClr val="CCE794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D8E5475A-233F-FBC2-24D0-EA3CF89EC4CD}"/>
              </a:ext>
            </a:extLst>
          </p:cNvPr>
          <p:cNvSpPr/>
          <p:nvPr/>
        </p:nvSpPr>
        <p:spPr>
          <a:xfrm>
            <a:off x="5333046" y="7476463"/>
            <a:ext cx="88718" cy="88718"/>
          </a:xfrm>
          <a:prstGeom prst="rect">
            <a:avLst/>
          </a:prstGeom>
          <a:solidFill>
            <a:srgbClr val="DEF6B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A9D62B27-3485-5ACF-341F-FDF5D54DBD9D}"/>
              </a:ext>
            </a:extLst>
          </p:cNvPr>
          <p:cNvSpPr/>
          <p:nvPr/>
        </p:nvSpPr>
        <p:spPr>
          <a:xfrm>
            <a:off x="5435072" y="7476463"/>
            <a:ext cx="88718" cy="88718"/>
          </a:xfrm>
          <a:prstGeom prst="rect">
            <a:avLst/>
          </a:prstGeom>
          <a:solidFill>
            <a:srgbClr val="B1FA95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9C453355-2B06-9AB3-99CA-4D16C9ABF8C0}"/>
              </a:ext>
            </a:extLst>
          </p:cNvPr>
          <p:cNvSpPr/>
          <p:nvPr/>
        </p:nvSpPr>
        <p:spPr>
          <a:xfrm>
            <a:off x="5231021" y="7578489"/>
            <a:ext cx="88718" cy="88718"/>
          </a:xfrm>
          <a:prstGeom prst="rect">
            <a:avLst/>
          </a:prstGeom>
          <a:solidFill>
            <a:srgbClr val="D4F4A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F4E2D94A-9E65-5013-B5BB-7B3B0D53505B}"/>
              </a:ext>
            </a:extLst>
          </p:cNvPr>
          <p:cNvSpPr/>
          <p:nvPr/>
        </p:nvSpPr>
        <p:spPr>
          <a:xfrm>
            <a:off x="5333046" y="7578489"/>
            <a:ext cx="88718" cy="88718"/>
          </a:xfrm>
          <a:prstGeom prst="rect">
            <a:avLst/>
          </a:prstGeom>
          <a:solidFill>
            <a:srgbClr val="B4FAA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1326A63A-B6B3-19BC-D117-B00ADB3442EE}"/>
              </a:ext>
            </a:extLst>
          </p:cNvPr>
          <p:cNvSpPr/>
          <p:nvPr/>
        </p:nvSpPr>
        <p:spPr>
          <a:xfrm>
            <a:off x="5435486" y="7577428"/>
            <a:ext cx="88718" cy="88718"/>
          </a:xfrm>
          <a:prstGeom prst="rect">
            <a:avLst/>
          </a:prstGeom>
          <a:solidFill>
            <a:srgbClr val="CBFBA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8165321-7DB5-435B-B7D5-894FCC2B1413}"/>
              </a:ext>
            </a:extLst>
          </p:cNvPr>
          <p:cNvSpPr/>
          <p:nvPr/>
        </p:nvSpPr>
        <p:spPr>
          <a:xfrm>
            <a:off x="5707140" y="4086964"/>
            <a:ext cx="1129057" cy="3020822"/>
          </a:xfrm>
          <a:prstGeom prst="roundRect">
            <a:avLst>
              <a:gd name="adj" fmla="val 2130"/>
            </a:avLst>
          </a:prstGeom>
          <a:noFill/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A90FFF0-0566-53A5-1611-6D8E7E7768AF}"/>
              </a:ext>
            </a:extLst>
          </p:cNvPr>
          <p:cNvCxnSpPr>
            <a:cxnSpLocks/>
          </p:cNvCxnSpPr>
          <p:nvPr/>
        </p:nvCxnSpPr>
        <p:spPr>
          <a:xfrm flipV="1">
            <a:off x="5429771" y="4827664"/>
            <a:ext cx="277825" cy="793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2F38764-1F85-AB62-A36B-5F40C7FA2250}"/>
              </a:ext>
            </a:extLst>
          </p:cNvPr>
          <p:cNvCxnSpPr/>
          <p:nvPr/>
        </p:nvCxnSpPr>
        <p:spPr>
          <a:xfrm>
            <a:off x="5429771" y="5863214"/>
            <a:ext cx="276548" cy="75069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8B3B5FE-3189-4CD4-732B-AE94212CF1AC}"/>
              </a:ext>
            </a:extLst>
          </p:cNvPr>
          <p:cNvCxnSpPr>
            <a:cxnSpLocks/>
          </p:cNvCxnSpPr>
          <p:nvPr/>
        </p:nvCxnSpPr>
        <p:spPr>
          <a:xfrm flipV="1">
            <a:off x="3936717" y="6267861"/>
            <a:ext cx="0" cy="209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5833330-5AB2-54FD-3D6C-787C3B383960}"/>
              </a:ext>
            </a:extLst>
          </p:cNvPr>
          <p:cNvCxnSpPr>
            <a:cxnSpLocks/>
          </p:cNvCxnSpPr>
          <p:nvPr/>
        </p:nvCxnSpPr>
        <p:spPr>
          <a:xfrm flipV="1">
            <a:off x="5013261" y="5843990"/>
            <a:ext cx="0" cy="193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C5B74B4-A426-4FD7-5D6E-BA263EDF480E}"/>
              </a:ext>
            </a:extLst>
          </p:cNvPr>
          <p:cNvCxnSpPr>
            <a:cxnSpLocks/>
          </p:cNvCxnSpPr>
          <p:nvPr/>
        </p:nvCxnSpPr>
        <p:spPr>
          <a:xfrm flipV="1">
            <a:off x="3936717" y="5853054"/>
            <a:ext cx="0" cy="184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5F65EE6-6090-5CD5-C606-7101C36EB130}"/>
              </a:ext>
            </a:extLst>
          </p:cNvPr>
          <p:cNvCxnSpPr>
            <a:cxnSpLocks/>
          </p:cNvCxnSpPr>
          <p:nvPr/>
        </p:nvCxnSpPr>
        <p:spPr>
          <a:xfrm flipV="1">
            <a:off x="5013261" y="5404688"/>
            <a:ext cx="0" cy="209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8824A2F-E715-1FBE-DFAD-74073944278D}"/>
              </a:ext>
            </a:extLst>
          </p:cNvPr>
          <p:cNvCxnSpPr>
            <a:cxnSpLocks/>
          </p:cNvCxnSpPr>
          <p:nvPr/>
        </p:nvCxnSpPr>
        <p:spPr>
          <a:xfrm flipV="1">
            <a:off x="3936717" y="5383420"/>
            <a:ext cx="0" cy="209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49C392-2227-E0A5-45E8-0B2F2E6F04E8}"/>
              </a:ext>
            </a:extLst>
          </p:cNvPr>
          <p:cNvCxnSpPr>
            <a:cxnSpLocks/>
          </p:cNvCxnSpPr>
          <p:nvPr/>
        </p:nvCxnSpPr>
        <p:spPr>
          <a:xfrm flipV="1">
            <a:off x="5013261" y="6256119"/>
            <a:ext cx="0" cy="209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连接符: 曲线 58">
            <a:extLst>
              <a:ext uri="{FF2B5EF4-FFF2-40B4-BE49-F238E27FC236}">
                <a16:creationId xmlns:a16="http://schemas.microsoft.com/office/drawing/2014/main" id="{FFAFE28B-5642-88F8-C792-0D225C013F25}"/>
              </a:ext>
            </a:extLst>
          </p:cNvPr>
          <p:cNvCxnSpPr>
            <a:stCxn id="80" idx="0"/>
            <a:endCxn id="117" idx="0"/>
          </p:cNvCxnSpPr>
          <p:nvPr/>
        </p:nvCxnSpPr>
        <p:spPr>
          <a:xfrm rot="16200000" flipH="1">
            <a:off x="4467128" y="4110452"/>
            <a:ext cx="8334" cy="1109231"/>
          </a:xfrm>
          <a:prstGeom prst="curvedConnector3">
            <a:avLst>
              <a:gd name="adj1" fmla="val -2742981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DD6529AC-E042-AF0E-FBAF-893FF0AFF8DE}"/>
              </a:ext>
            </a:extLst>
          </p:cNvPr>
          <p:cNvSpPr txBox="1"/>
          <p:nvPr/>
        </p:nvSpPr>
        <p:spPr>
          <a:xfrm>
            <a:off x="1" y="8098953"/>
            <a:ext cx="6857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GCGNET: GRAPH-CONSISTENT GENERATIVE NETWORK FOR TIME SERIES FORECASTING WITH EXOGENOUS VARIABLES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67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53</Words>
  <Application>Microsoft Office PowerPoint</Application>
  <PresentationFormat>全屏显示(4:3)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Contributors</dc:creator>
  <cp:lastModifiedBy>Contributors</cp:lastModifiedBy>
  <cp:revision>4</cp:revision>
  <dcterms:created xsi:type="dcterms:W3CDTF">2026-03-29T13:59:20Z</dcterms:created>
  <dcterms:modified xsi:type="dcterms:W3CDTF">2026-03-30T04:20:56Z</dcterms:modified>
</cp:coreProperties>
</file>