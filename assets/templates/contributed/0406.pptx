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ACE1"/>
    <a:srgbClr val="2D75B6"/>
    <a:srgbClr val="E2EFD8"/>
    <a:srgbClr val="FFDB63"/>
    <a:srgbClr val="EDEDED"/>
    <a:srgbClr val="DBDBDB"/>
    <a:srgbClr val="A8D18E"/>
    <a:srgbClr val="FFF2CB"/>
    <a:srgbClr val="DAE2F2"/>
    <a:srgbClr val="FFD8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37" autoAdjust="0"/>
  </p:normalViewPr>
  <p:slideViewPr>
    <p:cSldViewPr snapToGrid="0" showGuides="1">
      <p:cViewPr varScale="1">
        <p:scale>
          <a:sx n="55" d="100"/>
          <a:sy n="55" d="100"/>
        </p:scale>
        <p:origin x="1944" y="5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56F45-E808-459D-A638-9676A27BDBBD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3BE7C-4B5E-4C3B-A4F1-77A977E52E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838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3BE7C-4B5E-4C3B-A4F1-77A977E52E5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084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92DC-3883-4EA1-927B-8CEA17BB9757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A18B-2C61-4167-A906-8FD95425F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752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92DC-3883-4EA1-927B-8CEA17BB9757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A18B-2C61-4167-A906-8FD95425F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288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92DC-3883-4EA1-927B-8CEA17BB9757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A18B-2C61-4167-A906-8FD95425F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06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92DC-3883-4EA1-927B-8CEA17BB9757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A18B-2C61-4167-A906-8FD95425F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523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92DC-3883-4EA1-927B-8CEA17BB9757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A18B-2C61-4167-A906-8FD95425F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277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92DC-3883-4EA1-927B-8CEA17BB9757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A18B-2C61-4167-A906-8FD95425F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95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92DC-3883-4EA1-927B-8CEA17BB9757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A18B-2C61-4167-A906-8FD95425F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426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92DC-3883-4EA1-927B-8CEA17BB9757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A18B-2C61-4167-A906-8FD95425F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540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92DC-3883-4EA1-927B-8CEA17BB9757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A18B-2C61-4167-A906-8FD95425F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638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92DC-3883-4EA1-927B-8CEA17BB9757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A18B-2C61-4167-A906-8FD95425F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396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92DC-3883-4EA1-927B-8CEA17BB9757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4CA18B-2C61-4167-A906-8FD95425F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14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492DC-3883-4EA1-927B-8CEA17BB9757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4CA18B-2C61-4167-A906-8FD95425F3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974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AA702CC-C1EC-8618-66CE-6B3E606AC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4075"/>
            <a:ext cx="6858000" cy="2973477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ECE5CDE7-0B48-E1F4-6B27-75A9513FBBD2}"/>
              </a:ext>
            </a:extLst>
          </p:cNvPr>
          <p:cNvGrpSpPr/>
          <p:nvPr/>
        </p:nvGrpSpPr>
        <p:grpSpPr>
          <a:xfrm>
            <a:off x="64668" y="3635851"/>
            <a:ext cx="6721012" cy="2668346"/>
            <a:chOff x="64668" y="3067812"/>
            <a:chExt cx="6721012" cy="2668346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F27914CA-006E-2B46-701E-7A30DF8C3131}"/>
                </a:ext>
              </a:extLst>
            </p:cNvPr>
            <p:cNvSpPr/>
            <p:nvPr/>
          </p:nvSpPr>
          <p:spPr>
            <a:xfrm>
              <a:off x="64668" y="3074212"/>
              <a:ext cx="1414272" cy="324000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0FC795F4-7603-C328-76AC-DD5367938DFA}"/>
                </a:ext>
              </a:extLst>
            </p:cNvPr>
            <p:cNvSpPr/>
            <p:nvPr/>
          </p:nvSpPr>
          <p:spPr>
            <a:xfrm>
              <a:off x="1606296" y="3067812"/>
              <a:ext cx="646176" cy="324000"/>
            </a:xfrm>
            <a:prstGeom prst="roundRect">
              <a:avLst/>
            </a:prstGeom>
            <a:solidFill>
              <a:srgbClr val="DAE2F2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F88599EE-A853-E1A7-FFD9-F91EC3879F3E}"/>
                </a:ext>
              </a:extLst>
            </p:cNvPr>
            <p:cNvSpPr/>
            <p:nvPr/>
          </p:nvSpPr>
          <p:spPr>
            <a:xfrm>
              <a:off x="104376" y="3110212"/>
              <a:ext cx="981456" cy="252000"/>
            </a:xfrm>
            <a:prstGeom prst="roundRect">
              <a:avLst/>
            </a:prstGeom>
            <a:no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CC4BB86-D15F-C3E1-A67B-93EA13229464}"/>
                </a:ext>
              </a:extLst>
            </p:cNvPr>
            <p:cNvSpPr/>
            <p:nvPr/>
          </p:nvSpPr>
          <p:spPr>
            <a:xfrm>
              <a:off x="159816" y="3128212"/>
              <a:ext cx="216000" cy="216000"/>
            </a:xfrm>
            <a:prstGeom prst="rect">
              <a:avLst/>
            </a:prstGeom>
            <a:solidFill>
              <a:srgbClr val="FFD86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92EAC36-24D6-B8CD-61D1-1B4CA24D5A34}"/>
                </a:ext>
              </a:extLst>
            </p:cNvPr>
            <p:cNvSpPr/>
            <p:nvPr/>
          </p:nvSpPr>
          <p:spPr>
            <a:xfrm>
              <a:off x="481008" y="3128212"/>
              <a:ext cx="216000" cy="216000"/>
            </a:xfrm>
            <a:prstGeom prst="rect">
              <a:avLst/>
            </a:prstGeom>
            <a:solidFill>
              <a:srgbClr val="C4DF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D18E421-EF62-3C38-A45A-BAC225D5D424}"/>
                </a:ext>
              </a:extLst>
            </p:cNvPr>
            <p:cNvSpPr/>
            <p:nvPr/>
          </p:nvSpPr>
          <p:spPr>
            <a:xfrm>
              <a:off x="808296" y="3128212"/>
              <a:ext cx="216000" cy="216000"/>
            </a:xfrm>
            <a:prstGeom prst="rect">
              <a:avLst/>
            </a:prstGeom>
            <a:solidFill>
              <a:srgbClr val="BCD6E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BF9CC65-5EF9-18E8-70E0-1E429848E01A}"/>
                </a:ext>
              </a:extLst>
            </p:cNvPr>
            <p:cNvSpPr/>
            <p:nvPr/>
          </p:nvSpPr>
          <p:spPr>
            <a:xfrm>
              <a:off x="1147776" y="3128212"/>
              <a:ext cx="216000" cy="216000"/>
            </a:xfrm>
            <a:prstGeom prst="rect">
              <a:avLst/>
            </a:prstGeom>
            <a:solidFill>
              <a:srgbClr val="CFCDC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11C70D82-A219-E0DF-4F0D-E5885799DFC7}"/>
                </a:ext>
              </a:extLst>
            </p:cNvPr>
            <p:cNvSpPr/>
            <p:nvPr/>
          </p:nvSpPr>
          <p:spPr>
            <a:xfrm>
              <a:off x="66413" y="3421941"/>
              <a:ext cx="2297532" cy="769488"/>
            </a:xfrm>
            <a:prstGeom prst="roundRect">
              <a:avLst>
                <a:gd name="adj" fmla="val 4784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E947BBD-22A9-CE09-1B5F-18A15EC9F06A}"/>
                </a:ext>
              </a:extLst>
            </p:cNvPr>
            <p:cNvSpPr/>
            <p:nvPr/>
          </p:nvSpPr>
          <p:spPr>
            <a:xfrm>
              <a:off x="111991" y="3518685"/>
              <a:ext cx="684000" cy="288000"/>
            </a:xfrm>
            <a:prstGeom prst="rect">
              <a:avLst/>
            </a:prstGeom>
            <a:solidFill>
              <a:srgbClr val="FFF1CC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7C6445B-97C6-EBC2-8ACE-6DBA59AB035D}"/>
                </a:ext>
              </a:extLst>
            </p:cNvPr>
            <p:cNvSpPr/>
            <p:nvPr/>
          </p:nvSpPr>
          <p:spPr>
            <a:xfrm>
              <a:off x="843675" y="3518685"/>
              <a:ext cx="633120" cy="288000"/>
            </a:xfrm>
            <a:prstGeom prst="rect">
              <a:avLst/>
            </a:prstGeom>
            <a:solidFill>
              <a:srgbClr val="C8FBFF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89A612E9-C0A6-73DC-C549-E7BD07C0670C}"/>
                </a:ext>
              </a:extLst>
            </p:cNvPr>
            <p:cNvSpPr/>
            <p:nvPr/>
          </p:nvSpPr>
          <p:spPr>
            <a:xfrm>
              <a:off x="1524479" y="3518685"/>
              <a:ext cx="792000" cy="288000"/>
            </a:xfrm>
            <a:prstGeom prst="rect">
              <a:avLst/>
            </a:prstGeom>
            <a:solidFill>
              <a:srgbClr val="BFE9DB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962D1B4-8304-8EF2-9054-D39FDB567470}"/>
                </a:ext>
              </a:extLst>
            </p:cNvPr>
            <p:cNvSpPr/>
            <p:nvPr/>
          </p:nvSpPr>
          <p:spPr>
            <a:xfrm>
              <a:off x="111991" y="3806685"/>
              <a:ext cx="684000" cy="288000"/>
            </a:xfrm>
            <a:prstGeom prst="rect">
              <a:avLst/>
            </a:prstGeom>
            <a:solidFill>
              <a:srgbClr val="FFF1CC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DA60218-C61C-B16C-FF76-4DC0BA845EDE}"/>
                </a:ext>
              </a:extLst>
            </p:cNvPr>
            <p:cNvSpPr/>
            <p:nvPr/>
          </p:nvSpPr>
          <p:spPr>
            <a:xfrm>
              <a:off x="843675" y="3806685"/>
              <a:ext cx="633120" cy="288000"/>
            </a:xfrm>
            <a:prstGeom prst="rect">
              <a:avLst/>
            </a:prstGeom>
            <a:solidFill>
              <a:srgbClr val="C8FBFF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71E8154E-6F3C-CA20-B44D-B43C3E837A18}"/>
                </a:ext>
              </a:extLst>
            </p:cNvPr>
            <p:cNvSpPr/>
            <p:nvPr/>
          </p:nvSpPr>
          <p:spPr>
            <a:xfrm>
              <a:off x="1524479" y="3806685"/>
              <a:ext cx="792000" cy="288000"/>
            </a:xfrm>
            <a:prstGeom prst="rect">
              <a:avLst/>
            </a:prstGeom>
            <a:solidFill>
              <a:srgbClr val="BFE9DB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17AE494-0C3A-FAA6-7565-4C5C3D524CAC}"/>
                </a:ext>
              </a:extLst>
            </p:cNvPr>
            <p:cNvSpPr/>
            <p:nvPr/>
          </p:nvSpPr>
          <p:spPr>
            <a:xfrm>
              <a:off x="113879" y="3545734"/>
              <a:ext cx="2202600" cy="275695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2E810CF-820B-D6E8-9288-447DE30E3529}"/>
                </a:ext>
              </a:extLst>
            </p:cNvPr>
            <p:cNvSpPr/>
            <p:nvPr/>
          </p:nvSpPr>
          <p:spPr>
            <a:xfrm>
              <a:off x="228601" y="3573780"/>
              <a:ext cx="523874" cy="224790"/>
            </a:xfrm>
            <a:prstGeom prst="rect">
              <a:avLst/>
            </a:prstGeom>
            <a:solidFill>
              <a:srgbClr val="FFD865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2C7C7E8-CA99-D5B4-01B4-6E52655C5CE7}"/>
                </a:ext>
              </a:extLst>
            </p:cNvPr>
            <p:cNvSpPr/>
            <p:nvPr/>
          </p:nvSpPr>
          <p:spPr>
            <a:xfrm>
              <a:off x="955066" y="3608070"/>
              <a:ext cx="502259" cy="152400"/>
            </a:xfrm>
            <a:prstGeom prst="rect">
              <a:avLst/>
            </a:prstGeom>
            <a:solidFill>
              <a:srgbClr val="BCD6ED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588CE06-5C48-1ADB-5227-A422076666B1}"/>
                </a:ext>
              </a:extLst>
            </p:cNvPr>
            <p:cNvSpPr/>
            <p:nvPr/>
          </p:nvSpPr>
          <p:spPr>
            <a:xfrm>
              <a:off x="1640866" y="3573779"/>
              <a:ext cx="631799" cy="224789"/>
            </a:xfrm>
            <a:prstGeom prst="rect">
              <a:avLst/>
            </a:prstGeom>
            <a:solidFill>
              <a:srgbClr val="C4DFB3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DDE58B1-5F70-6086-A97D-3B9B0514311F}"/>
                </a:ext>
              </a:extLst>
            </p:cNvPr>
            <p:cNvSpPr/>
            <p:nvPr/>
          </p:nvSpPr>
          <p:spPr>
            <a:xfrm>
              <a:off x="113879" y="3818064"/>
              <a:ext cx="2202601" cy="275695"/>
            </a:xfrm>
            <a:prstGeom prst="rect">
              <a:avLst/>
            </a:prstGeom>
            <a:noFill/>
            <a:ln w="12700">
              <a:solidFill>
                <a:srgbClr val="2D75B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FED50820-1002-4BAC-3155-2F054948A55F}"/>
                </a:ext>
              </a:extLst>
            </p:cNvPr>
            <p:cNvSpPr/>
            <p:nvPr/>
          </p:nvSpPr>
          <p:spPr>
            <a:xfrm>
              <a:off x="69924" y="4355636"/>
              <a:ext cx="864000" cy="330664"/>
            </a:xfrm>
            <a:prstGeom prst="roundRect">
              <a:avLst>
                <a:gd name="adj" fmla="val 14002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DA45DE82-87E7-8DCA-94B5-9378D6A12B35}"/>
                </a:ext>
              </a:extLst>
            </p:cNvPr>
            <p:cNvSpPr/>
            <p:nvPr/>
          </p:nvSpPr>
          <p:spPr>
            <a:xfrm>
              <a:off x="69924" y="4816679"/>
              <a:ext cx="864000" cy="919479"/>
            </a:xfrm>
            <a:prstGeom prst="roundRect">
              <a:avLst>
                <a:gd name="adj" fmla="val 4006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BA45B62-C1A8-ACDE-4C67-8293602F533D}"/>
                </a:ext>
              </a:extLst>
            </p:cNvPr>
            <p:cNvSpPr/>
            <p:nvPr/>
          </p:nvSpPr>
          <p:spPr>
            <a:xfrm>
              <a:off x="105410" y="4858132"/>
              <a:ext cx="778510" cy="468248"/>
            </a:xfrm>
            <a:prstGeom prst="rect">
              <a:avLst/>
            </a:prstGeom>
            <a:solidFill>
              <a:srgbClr val="F7CAAC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8A2E6C02-0842-D338-89BA-DDA7557FCAF1}"/>
                </a:ext>
              </a:extLst>
            </p:cNvPr>
            <p:cNvSpPr/>
            <p:nvPr/>
          </p:nvSpPr>
          <p:spPr>
            <a:xfrm>
              <a:off x="105410" y="5326380"/>
              <a:ext cx="778510" cy="381000"/>
            </a:xfrm>
            <a:prstGeom prst="rect">
              <a:avLst/>
            </a:prstGeom>
            <a:solidFill>
              <a:srgbClr val="CFCDCD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54B44987-1D70-BCDA-E6FD-C185F639DB63}"/>
                </a:ext>
              </a:extLst>
            </p:cNvPr>
            <p:cNvSpPr/>
            <p:nvPr/>
          </p:nvSpPr>
          <p:spPr>
            <a:xfrm>
              <a:off x="1267016" y="4253765"/>
              <a:ext cx="330581" cy="848744"/>
            </a:xfrm>
            <a:prstGeom prst="roundRect">
              <a:avLst>
                <a:gd name="adj" fmla="val 6319"/>
              </a:avLst>
            </a:prstGeom>
            <a:noFill/>
            <a:ln w="12700">
              <a:solidFill>
                <a:srgbClr val="2D75B6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D11831D4-7D37-F489-0A7F-2604D1F6462C}"/>
                </a:ext>
              </a:extLst>
            </p:cNvPr>
            <p:cNvSpPr/>
            <p:nvPr/>
          </p:nvSpPr>
          <p:spPr>
            <a:xfrm>
              <a:off x="1278255" y="4279264"/>
              <a:ext cx="308104" cy="224789"/>
            </a:xfrm>
            <a:prstGeom prst="rect">
              <a:avLst/>
            </a:prstGeom>
            <a:solidFill>
              <a:srgbClr val="FFF2CB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6F3944E-3A6B-A3F9-D8B6-3AA6EAC85589}"/>
                </a:ext>
              </a:extLst>
            </p:cNvPr>
            <p:cNvSpPr/>
            <p:nvPr/>
          </p:nvSpPr>
          <p:spPr>
            <a:xfrm>
              <a:off x="1278255" y="4531299"/>
              <a:ext cx="308104" cy="285380"/>
            </a:xfrm>
            <a:prstGeom prst="rect">
              <a:avLst/>
            </a:prstGeom>
            <a:solidFill>
              <a:srgbClr val="C9FBFF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0D7D22A-8FA3-8E61-914A-2054C7E969D3}"/>
                </a:ext>
              </a:extLst>
            </p:cNvPr>
            <p:cNvSpPr/>
            <p:nvPr/>
          </p:nvSpPr>
          <p:spPr>
            <a:xfrm>
              <a:off x="1278255" y="4858132"/>
              <a:ext cx="308104" cy="214883"/>
            </a:xfrm>
            <a:prstGeom prst="rect">
              <a:avLst/>
            </a:prstGeom>
            <a:solidFill>
              <a:srgbClr val="C9FBFF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立方体 38">
              <a:extLst>
                <a:ext uri="{FF2B5EF4-FFF2-40B4-BE49-F238E27FC236}">
                  <a16:creationId xmlns:a16="http://schemas.microsoft.com/office/drawing/2014/main" id="{7B4C89F4-58FB-AC4D-FFB1-F973D013490E}"/>
                </a:ext>
              </a:extLst>
            </p:cNvPr>
            <p:cNvSpPr/>
            <p:nvPr/>
          </p:nvSpPr>
          <p:spPr>
            <a:xfrm>
              <a:off x="1761093" y="4328998"/>
              <a:ext cx="90000" cy="90602"/>
            </a:xfrm>
            <a:prstGeom prst="cube">
              <a:avLst>
                <a:gd name="adj" fmla="val 33333"/>
              </a:avLst>
            </a:prstGeom>
            <a:solidFill>
              <a:srgbClr val="80808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立方体 41">
              <a:extLst>
                <a:ext uri="{FF2B5EF4-FFF2-40B4-BE49-F238E27FC236}">
                  <a16:creationId xmlns:a16="http://schemas.microsoft.com/office/drawing/2014/main" id="{4A3B66B0-4276-F685-169B-F07E1B6F2C78}"/>
                </a:ext>
              </a:extLst>
            </p:cNvPr>
            <p:cNvSpPr/>
            <p:nvPr/>
          </p:nvSpPr>
          <p:spPr>
            <a:xfrm>
              <a:off x="1817900" y="4328998"/>
              <a:ext cx="90000" cy="90602"/>
            </a:xfrm>
            <a:prstGeom prst="cube">
              <a:avLst>
                <a:gd name="adj" fmla="val 33333"/>
              </a:avLst>
            </a:prstGeom>
            <a:solidFill>
              <a:srgbClr val="FFF2C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立方体 39">
              <a:extLst>
                <a:ext uri="{FF2B5EF4-FFF2-40B4-BE49-F238E27FC236}">
                  <a16:creationId xmlns:a16="http://schemas.microsoft.com/office/drawing/2014/main" id="{DEEC9BA4-95BC-C6F8-584D-94DE037573C3}"/>
                </a:ext>
              </a:extLst>
            </p:cNvPr>
            <p:cNvSpPr/>
            <p:nvPr/>
          </p:nvSpPr>
          <p:spPr>
            <a:xfrm>
              <a:off x="1878246" y="4328998"/>
              <a:ext cx="90000" cy="90602"/>
            </a:xfrm>
            <a:prstGeom prst="cube">
              <a:avLst>
                <a:gd name="adj" fmla="val 33333"/>
              </a:avLst>
            </a:prstGeom>
            <a:solidFill>
              <a:srgbClr val="80808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立方体 40">
              <a:extLst>
                <a:ext uri="{FF2B5EF4-FFF2-40B4-BE49-F238E27FC236}">
                  <a16:creationId xmlns:a16="http://schemas.microsoft.com/office/drawing/2014/main" id="{2FF76AA5-37F1-C5E8-556C-40CD244D97BE}"/>
                </a:ext>
              </a:extLst>
            </p:cNvPr>
            <p:cNvSpPr/>
            <p:nvPr/>
          </p:nvSpPr>
          <p:spPr>
            <a:xfrm>
              <a:off x="1935053" y="4328998"/>
              <a:ext cx="90000" cy="90602"/>
            </a:xfrm>
            <a:prstGeom prst="cube">
              <a:avLst>
                <a:gd name="adj" fmla="val 33333"/>
              </a:avLst>
            </a:prstGeom>
            <a:solidFill>
              <a:srgbClr val="FFF2C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立方体 44">
              <a:extLst>
                <a:ext uri="{FF2B5EF4-FFF2-40B4-BE49-F238E27FC236}">
                  <a16:creationId xmlns:a16="http://schemas.microsoft.com/office/drawing/2014/main" id="{8644D057-8C72-E6D8-D38D-6D24E823A313}"/>
                </a:ext>
              </a:extLst>
            </p:cNvPr>
            <p:cNvSpPr/>
            <p:nvPr/>
          </p:nvSpPr>
          <p:spPr>
            <a:xfrm>
              <a:off x="1762317" y="4628688"/>
              <a:ext cx="90000" cy="90602"/>
            </a:xfrm>
            <a:prstGeom prst="cube">
              <a:avLst>
                <a:gd name="adj" fmla="val 33333"/>
              </a:avLst>
            </a:prstGeom>
            <a:solidFill>
              <a:srgbClr val="FFF2C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立方体 45">
              <a:extLst>
                <a:ext uri="{FF2B5EF4-FFF2-40B4-BE49-F238E27FC236}">
                  <a16:creationId xmlns:a16="http://schemas.microsoft.com/office/drawing/2014/main" id="{94186007-4617-41A4-C581-A2F3FD1DD100}"/>
                </a:ext>
              </a:extLst>
            </p:cNvPr>
            <p:cNvSpPr/>
            <p:nvPr/>
          </p:nvSpPr>
          <p:spPr>
            <a:xfrm>
              <a:off x="1819124" y="4628688"/>
              <a:ext cx="90000" cy="90602"/>
            </a:xfrm>
            <a:prstGeom prst="cube">
              <a:avLst>
                <a:gd name="adj" fmla="val 33333"/>
              </a:avLst>
            </a:prstGeom>
            <a:solidFill>
              <a:srgbClr val="80808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立方体 46">
              <a:extLst>
                <a:ext uri="{FF2B5EF4-FFF2-40B4-BE49-F238E27FC236}">
                  <a16:creationId xmlns:a16="http://schemas.microsoft.com/office/drawing/2014/main" id="{0789A7DF-6F31-7DAF-4494-8F80D9482383}"/>
                </a:ext>
              </a:extLst>
            </p:cNvPr>
            <p:cNvSpPr/>
            <p:nvPr/>
          </p:nvSpPr>
          <p:spPr>
            <a:xfrm>
              <a:off x="1879470" y="4628688"/>
              <a:ext cx="90000" cy="90602"/>
            </a:xfrm>
            <a:prstGeom prst="cube">
              <a:avLst>
                <a:gd name="adj" fmla="val 33333"/>
              </a:avLst>
            </a:prstGeom>
            <a:solidFill>
              <a:srgbClr val="FFF2C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立方体 47">
              <a:extLst>
                <a:ext uri="{FF2B5EF4-FFF2-40B4-BE49-F238E27FC236}">
                  <a16:creationId xmlns:a16="http://schemas.microsoft.com/office/drawing/2014/main" id="{DE153AD1-F964-BB0D-3AAB-7EEED3E8BB71}"/>
                </a:ext>
              </a:extLst>
            </p:cNvPr>
            <p:cNvSpPr/>
            <p:nvPr/>
          </p:nvSpPr>
          <p:spPr>
            <a:xfrm>
              <a:off x="1936277" y="4628688"/>
              <a:ext cx="90000" cy="90602"/>
            </a:xfrm>
            <a:prstGeom prst="cube">
              <a:avLst>
                <a:gd name="adj" fmla="val 33333"/>
              </a:avLst>
            </a:prstGeom>
            <a:solidFill>
              <a:srgbClr val="FFF2C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立方体 49">
              <a:extLst>
                <a:ext uri="{FF2B5EF4-FFF2-40B4-BE49-F238E27FC236}">
                  <a16:creationId xmlns:a16="http://schemas.microsoft.com/office/drawing/2014/main" id="{E0C40BC2-D3CF-66AB-4A8F-368D571668B0}"/>
                </a:ext>
              </a:extLst>
            </p:cNvPr>
            <p:cNvSpPr/>
            <p:nvPr/>
          </p:nvSpPr>
          <p:spPr>
            <a:xfrm>
              <a:off x="1762317" y="4922522"/>
              <a:ext cx="90000" cy="90602"/>
            </a:xfrm>
            <a:prstGeom prst="cube">
              <a:avLst>
                <a:gd name="adj" fmla="val 33333"/>
              </a:avLst>
            </a:prstGeom>
            <a:solidFill>
              <a:srgbClr val="80808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立方体 50">
              <a:extLst>
                <a:ext uri="{FF2B5EF4-FFF2-40B4-BE49-F238E27FC236}">
                  <a16:creationId xmlns:a16="http://schemas.microsoft.com/office/drawing/2014/main" id="{5684CEC4-6C80-AFFF-B7A8-CA2332EF1B5B}"/>
                </a:ext>
              </a:extLst>
            </p:cNvPr>
            <p:cNvSpPr/>
            <p:nvPr/>
          </p:nvSpPr>
          <p:spPr>
            <a:xfrm>
              <a:off x="1819124" y="4922522"/>
              <a:ext cx="90000" cy="90602"/>
            </a:xfrm>
            <a:prstGeom prst="cube">
              <a:avLst>
                <a:gd name="adj" fmla="val 33333"/>
              </a:avLst>
            </a:prstGeom>
            <a:solidFill>
              <a:srgbClr val="808080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立方体 51">
              <a:extLst>
                <a:ext uri="{FF2B5EF4-FFF2-40B4-BE49-F238E27FC236}">
                  <a16:creationId xmlns:a16="http://schemas.microsoft.com/office/drawing/2014/main" id="{529BBEE5-75AA-A820-71A0-9D9A18BB2C16}"/>
                </a:ext>
              </a:extLst>
            </p:cNvPr>
            <p:cNvSpPr/>
            <p:nvPr/>
          </p:nvSpPr>
          <p:spPr>
            <a:xfrm>
              <a:off x="1879470" y="4922522"/>
              <a:ext cx="90000" cy="90602"/>
            </a:xfrm>
            <a:prstGeom prst="cube">
              <a:avLst>
                <a:gd name="adj" fmla="val 33333"/>
              </a:avLst>
            </a:prstGeom>
            <a:solidFill>
              <a:srgbClr val="FFF2C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立方体 52">
              <a:extLst>
                <a:ext uri="{FF2B5EF4-FFF2-40B4-BE49-F238E27FC236}">
                  <a16:creationId xmlns:a16="http://schemas.microsoft.com/office/drawing/2014/main" id="{661C5177-646F-1214-F451-D1E364371BBF}"/>
                </a:ext>
              </a:extLst>
            </p:cNvPr>
            <p:cNvSpPr/>
            <p:nvPr/>
          </p:nvSpPr>
          <p:spPr>
            <a:xfrm>
              <a:off x="1936277" y="4922522"/>
              <a:ext cx="90000" cy="90602"/>
            </a:xfrm>
            <a:prstGeom prst="cube">
              <a:avLst>
                <a:gd name="adj" fmla="val 33333"/>
              </a:avLst>
            </a:prstGeom>
            <a:solidFill>
              <a:srgbClr val="FFF2CB"/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FED4C16A-542C-6140-12CF-700EB8346A8F}"/>
                </a:ext>
              </a:extLst>
            </p:cNvPr>
            <p:cNvSpPr/>
            <p:nvPr/>
          </p:nvSpPr>
          <p:spPr>
            <a:xfrm>
              <a:off x="2197788" y="4253764"/>
              <a:ext cx="166157" cy="1004036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矩形: 圆角 110">
              <a:extLst>
                <a:ext uri="{FF2B5EF4-FFF2-40B4-BE49-F238E27FC236}">
                  <a16:creationId xmlns:a16="http://schemas.microsoft.com/office/drawing/2014/main" id="{126DE68D-70EB-6921-6790-20E1C136307E}"/>
                </a:ext>
              </a:extLst>
            </p:cNvPr>
            <p:cNvSpPr/>
            <p:nvPr/>
          </p:nvSpPr>
          <p:spPr>
            <a:xfrm>
              <a:off x="2535936" y="3100733"/>
              <a:ext cx="725424" cy="993026"/>
            </a:xfrm>
            <a:prstGeom prst="roundRect">
              <a:avLst>
                <a:gd name="adj" fmla="val 6863"/>
              </a:avLst>
            </a:prstGeom>
            <a:noFill/>
            <a:ln w="12700">
              <a:solidFill>
                <a:schemeClr val="tx2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7E561D2E-6AD8-0177-5028-587287EE5190}"/>
                </a:ext>
              </a:extLst>
            </p:cNvPr>
            <p:cNvGrpSpPr/>
            <p:nvPr/>
          </p:nvGrpSpPr>
          <p:grpSpPr>
            <a:xfrm>
              <a:off x="2730366" y="3905384"/>
              <a:ext cx="471717" cy="117976"/>
              <a:chOff x="2684646" y="1063124"/>
              <a:chExt cx="471717" cy="117976"/>
            </a:xfrm>
            <a:solidFill>
              <a:srgbClr val="BCD0F1"/>
            </a:solidFill>
          </p:grpSpPr>
          <p:sp>
            <p:nvSpPr>
              <p:cNvPr id="56" name="立方体 55">
                <a:extLst>
                  <a:ext uri="{FF2B5EF4-FFF2-40B4-BE49-F238E27FC236}">
                    <a16:creationId xmlns:a16="http://schemas.microsoft.com/office/drawing/2014/main" id="{6BF45838-A759-85B0-6E40-A2127B6ABEE9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立方体 56">
                <a:extLst>
                  <a:ext uri="{FF2B5EF4-FFF2-40B4-BE49-F238E27FC236}">
                    <a16:creationId xmlns:a16="http://schemas.microsoft.com/office/drawing/2014/main" id="{C805AC65-97D6-5788-952E-F19393EEDDD9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立方体 57">
                <a:extLst>
                  <a:ext uri="{FF2B5EF4-FFF2-40B4-BE49-F238E27FC236}">
                    <a16:creationId xmlns:a16="http://schemas.microsoft.com/office/drawing/2014/main" id="{9D33C00A-E228-EF47-0163-EF0287E6E5C0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立方体 58">
                <a:extLst>
                  <a:ext uri="{FF2B5EF4-FFF2-40B4-BE49-F238E27FC236}">
                    <a16:creationId xmlns:a16="http://schemas.microsoft.com/office/drawing/2014/main" id="{A1DC8AF8-B35E-12C0-BB14-A3154E96BC67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立方体 59">
                <a:extLst>
                  <a:ext uri="{FF2B5EF4-FFF2-40B4-BE49-F238E27FC236}">
                    <a16:creationId xmlns:a16="http://schemas.microsoft.com/office/drawing/2014/main" id="{89FCDA45-F001-A9A9-2BEE-A4B918F32CC0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2" name="组合 61">
              <a:extLst>
                <a:ext uri="{FF2B5EF4-FFF2-40B4-BE49-F238E27FC236}">
                  <a16:creationId xmlns:a16="http://schemas.microsoft.com/office/drawing/2014/main" id="{9072B89B-22CD-6AAD-ECC5-ED57263AC985}"/>
                </a:ext>
              </a:extLst>
            </p:cNvPr>
            <p:cNvGrpSpPr/>
            <p:nvPr/>
          </p:nvGrpSpPr>
          <p:grpSpPr>
            <a:xfrm>
              <a:off x="2734264" y="3667765"/>
              <a:ext cx="471717" cy="117976"/>
              <a:chOff x="2684646" y="1063124"/>
              <a:chExt cx="471717" cy="117976"/>
            </a:xfrm>
            <a:solidFill>
              <a:srgbClr val="BCD0F1"/>
            </a:solidFill>
          </p:grpSpPr>
          <p:sp>
            <p:nvSpPr>
              <p:cNvPr id="63" name="立方体 62">
                <a:extLst>
                  <a:ext uri="{FF2B5EF4-FFF2-40B4-BE49-F238E27FC236}">
                    <a16:creationId xmlns:a16="http://schemas.microsoft.com/office/drawing/2014/main" id="{4940D848-2063-9709-9742-9AF77F5F21D2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立方体 63">
                <a:extLst>
                  <a:ext uri="{FF2B5EF4-FFF2-40B4-BE49-F238E27FC236}">
                    <a16:creationId xmlns:a16="http://schemas.microsoft.com/office/drawing/2014/main" id="{0ECB2696-0928-E5C2-4779-1C3E9E30FA81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立方体 64">
                <a:extLst>
                  <a:ext uri="{FF2B5EF4-FFF2-40B4-BE49-F238E27FC236}">
                    <a16:creationId xmlns:a16="http://schemas.microsoft.com/office/drawing/2014/main" id="{B0C0C5DE-AA38-AD3F-0E93-4C30436CB74E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立方体 65">
                <a:extLst>
                  <a:ext uri="{FF2B5EF4-FFF2-40B4-BE49-F238E27FC236}">
                    <a16:creationId xmlns:a16="http://schemas.microsoft.com/office/drawing/2014/main" id="{5D10ED74-BCD0-1EAE-E0A3-56FD981D9120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立方体 66">
                <a:extLst>
                  <a:ext uri="{FF2B5EF4-FFF2-40B4-BE49-F238E27FC236}">
                    <a16:creationId xmlns:a16="http://schemas.microsoft.com/office/drawing/2014/main" id="{26E21D96-A3E7-9CAE-D72D-8455AB350772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08DCB8D7-7306-3BFC-363F-8C94D6359159}"/>
                </a:ext>
              </a:extLst>
            </p:cNvPr>
            <p:cNvGrpSpPr/>
            <p:nvPr/>
          </p:nvGrpSpPr>
          <p:grpSpPr>
            <a:xfrm>
              <a:off x="2734264" y="3437918"/>
              <a:ext cx="471717" cy="117976"/>
              <a:chOff x="2684646" y="1063124"/>
              <a:chExt cx="471717" cy="117976"/>
            </a:xfrm>
            <a:solidFill>
              <a:srgbClr val="B3C6E6"/>
            </a:solidFill>
          </p:grpSpPr>
          <p:sp>
            <p:nvSpPr>
              <p:cNvPr id="69" name="立方体 68">
                <a:extLst>
                  <a:ext uri="{FF2B5EF4-FFF2-40B4-BE49-F238E27FC236}">
                    <a16:creationId xmlns:a16="http://schemas.microsoft.com/office/drawing/2014/main" id="{93715F16-A60C-878A-CFE1-EEDF3AF8CB08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立方体 69">
                <a:extLst>
                  <a:ext uri="{FF2B5EF4-FFF2-40B4-BE49-F238E27FC236}">
                    <a16:creationId xmlns:a16="http://schemas.microsoft.com/office/drawing/2014/main" id="{75F26EC1-CCE9-750A-5C4C-1873FEAF1BBF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立方体 70">
                <a:extLst>
                  <a:ext uri="{FF2B5EF4-FFF2-40B4-BE49-F238E27FC236}">
                    <a16:creationId xmlns:a16="http://schemas.microsoft.com/office/drawing/2014/main" id="{1A8B7AC9-F1EE-6076-42B6-5B3773A8890F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立方体 71">
                <a:extLst>
                  <a:ext uri="{FF2B5EF4-FFF2-40B4-BE49-F238E27FC236}">
                    <a16:creationId xmlns:a16="http://schemas.microsoft.com/office/drawing/2014/main" id="{560918C7-B47A-BC70-5A5B-85FFE00BCE8D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立方体 72">
                <a:extLst>
                  <a:ext uri="{FF2B5EF4-FFF2-40B4-BE49-F238E27FC236}">
                    <a16:creationId xmlns:a16="http://schemas.microsoft.com/office/drawing/2014/main" id="{B24FBAEC-8675-A58A-F6F3-6C97535ADA4D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61E261DE-1735-FACC-8B41-F27459BD42DD}"/>
                </a:ext>
              </a:extLst>
            </p:cNvPr>
            <p:cNvGrpSpPr/>
            <p:nvPr/>
          </p:nvGrpSpPr>
          <p:grpSpPr>
            <a:xfrm>
              <a:off x="2730366" y="3186698"/>
              <a:ext cx="471717" cy="117976"/>
              <a:chOff x="2684646" y="1063124"/>
              <a:chExt cx="471717" cy="117976"/>
            </a:xfrm>
            <a:solidFill>
              <a:srgbClr val="DAE2F2"/>
            </a:solidFill>
          </p:grpSpPr>
          <p:sp>
            <p:nvSpPr>
              <p:cNvPr id="75" name="立方体 74">
                <a:extLst>
                  <a:ext uri="{FF2B5EF4-FFF2-40B4-BE49-F238E27FC236}">
                    <a16:creationId xmlns:a16="http://schemas.microsoft.com/office/drawing/2014/main" id="{F4E2C6F6-B054-041A-3581-7257712CB17D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立方体 75">
                <a:extLst>
                  <a:ext uri="{FF2B5EF4-FFF2-40B4-BE49-F238E27FC236}">
                    <a16:creationId xmlns:a16="http://schemas.microsoft.com/office/drawing/2014/main" id="{30502327-6CDC-6FAA-3414-A92DDF73A85A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立方体 76">
                <a:extLst>
                  <a:ext uri="{FF2B5EF4-FFF2-40B4-BE49-F238E27FC236}">
                    <a16:creationId xmlns:a16="http://schemas.microsoft.com/office/drawing/2014/main" id="{CAAC2316-6571-F193-DA79-191FFDE86B6E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立方体 77">
                <a:extLst>
                  <a:ext uri="{FF2B5EF4-FFF2-40B4-BE49-F238E27FC236}">
                    <a16:creationId xmlns:a16="http://schemas.microsoft.com/office/drawing/2014/main" id="{317E306A-25B8-9E10-008D-825562B3841F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立方体 78">
                <a:extLst>
                  <a:ext uri="{FF2B5EF4-FFF2-40B4-BE49-F238E27FC236}">
                    <a16:creationId xmlns:a16="http://schemas.microsoft.com/office/drawing/2014/main" id="{C1057F65-6E28-89E7-5EB6-ECB104779BF1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2" name="矩形: 圆角 111">
              <a:extLst>
                <a:ext uri="{FF2B5EF4-FFF2-40B4-BE49-F238E27FC236}">
                  <a16:creationId xmlns:a16="http://schemas.microsoft.com/office/drawing/2014/main" id="{E1CC090A-AC5F-161A-FFFB-68C21F24E470}"/>
                </a:ext>
              </a:extLst>
            </p:cNvPr>
            <p:cNvSpPr/>
            <p:nvPr/>
          </p:nvSpPr>
          <p:spPr>
            <a:xfrm>
              <a:off x="2535936" y="4259268"/>
              <a:ext cx="725424" cy="1044000"/>
            </a:xfrm>
            <a:prstGeom prst="roundRect">
              <a:avLst>
                <a:gd name="adj" fmla="val 6863"/>
              </a:avLst>
            </a:prstGeom>
            <a:solidFill>
              <a:schemeClr val="bg1"/>
            </a:solidFill>
            <a:ln w="12700">
              <a:solidFill>
                <a:srgbClr val="FFD86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B1B39B40-71AE-E0EE-6E39-28A53E852768}"/>
                </a:ext>
              </a:extLst>
            </p:cNvPr>
            <p:cNvGrpSpPr/>
            <p:nvPr/>
          </p:nvGrpSpPr>
          <p:grpSpPr>
            <a:xfrm>
              <a:off x="2744785" y="4340630"/>
              <a:ext cx="471717" cy="117976"/>
              <a:chOff x="2684646" y="1063124"/>
              <a:chExt cx="471717" cy="117976"/>
            </a:xfrm>
            <a:solidFill>
              <a:srgbClr val="FFD865"/>
            </a:solidFill>
          </p:grpSpPr>
          <p:sp>
            <p:nvSpPr>
              <p:cNvPr id="81" name="立方体 80">
                <a:extLst>
                  <a:ext uri="{FF2B5EF4-FFF2-40B4-BE49-F238E27FC236}">
                    <a16:creationId xmlns:a16="http://schemas.microsoft.com/office/drawing/2014/main" id="{9CC28BF7-69AA-0334-1DA8-DC03060669AD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立方体 81">
                <a:extLst>
                  <a:ext uri="{FF2B5EF4-FFF2-40B4-BE49-F238E27FC236}">
                    <a16:creationId xmlns:a16="http://schemas.microsoft.com/office/drawing/2014/main" id="{D653DBDE-52A6-680A-0081-1D426AB6990D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立方体 82">
                <a:extLst>
                  <a:ext uri="{FF2B5EF4-FFF2-40B4-BE49-F238E27FC236}">
                    <a16:creationId xmlns:a16="http://schemas.microsoft.com/office/drawing/2014/main" id="{90CC1639-962B-103E-13AC-BDF8BF3B7BA7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立方体 83">
                <a:extLst>
                  <a:ext uri="{FF2B5EF4-FFF2-40B4-BE49-F238E27FC236}">
                    <a16:creationId xmlns:a16="http://schemas.microsoft.com/office/drawing/2014/main" id="{6D4867E0-ED0D-04D8-210F-41D342F45732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立方体 84">
                <a:extLst>
                  <a:ext uri="{FF2B5EF4-FFF2-40B4-BE49-F238E27FC236}">
                    <a16:creationId xmlns:a16="http://schemas.microsoft.com/office/drawing/2014/main" id="{B2542180-46BC-407F-F7B6-769EAEFBD396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90D5DAC7-64B0-56F1-0CC2-25E8CC839462}"/>
                </a:ext>
              </a:extLst>
            </p:cNvPr>
            <p:cNvGrpSpPr/>
            <p:nvPr/>
          </p:nvGrpSpPr>
          <p:grpSpPr>
            <a:xfrm>
              <a:off x="2732536" y="4847597"/>
              <a:ext cx="471717" cy="117976"/>
              <a:chOff x="2684646" y="1063124"/>
              <a:chExt cx="471717" cy="117976"/>
            </a:xfrm>
            <a:solidFill>
              <a:srgbClr val="FFD865"/>
            </a:solidFill>
          </p:grpSpPr>
          <p:sp>
            <p:nvSpPr>
              <p:cNvPr id="87" name="立方体 86">
                <a:extLst>
                  <a:ext uri="{FF2B5EF4-FFF2-40B4-BE49-F238E27FC236}">
                    <a16:creationId xmlns:a16="http://schemas.microsoft.com/office/drawing/2014/main" id="{8F5D7249-F351-45CD-3CEA-41D202EB0402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立方体 87">
                <a:extLst>
                  <a:ext uri="{FF2B5EF4-FFF2-40B4-BE49-F238E27FC236}">
                    <a16:creationId xmlns:a16="http://schemas.microsoft.com/office/drawing/2014/main" id="{C3C69E0B-E5B1-BF96-5E90-7537B26B491E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立方体 88">
                <a:extLst>
                  <a:ext uri="{FF2B5EF4-FFF2-40B4-BE49-F238E27FC236}">
                    <a16:creationId xmlns:a16="http://schemas.microsoft.com/office/drawing/2014/main" id="{EB0C9ED0-58A7-6F09-1F9E-805E7A05812D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立方体 89">
                <a:extLst>
                  <a:ext uri="{FF2B5EF4-FFF2-40B4-BE49-F238E27FC236}">
                    <a16:creationId xmlns:a16="http://schemas.microsoft.com/office/drawing/2014/main" id="{0559B3ED-60A1-D8D8-E2DE-D5E71F61D715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立方体 90">
                <a:extLst>
                  <a:ext uri="{FF2B5EF4-FFF2-40B4-BE49-F238E27FC236}">
                    <a16:creationId xmlns:a16="http://schemas.microsoft.com/office/drawing/2014/main" id="{983858B2-C575-0485-7109-589BC1EEC805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38C98916-82D7-D0A5-C699-E2D689176CA4}"/>
                </a:ext>
              </a:extLst>
            </p:cNvPr>
            <p:cNvGrpSpPr/>
            <p:nvPr/>
          </p:nvGrpSpPr>
          <p:grpSpPr>
            <a:xfrm>
              <a:off x="2728277" y="4581690"/>
              <a:ext cx="471717" cy="117976"/>
              <a:chOff x="2684646" y="1063124"/>
              <a:chExt cx="471717" cy="117976"/>
            </a:xfrm>
            <a:solidFill>
              <a:srgbClr val="FFD865"/>
            </a:solidFill>
          </p:grpSpPr>
          <p:sp>
            <p:nvSpPr>
              <p:cNvPr id="93" name="立方体 92">
                <a:extLst>
                  <a:ext uri="{FF2B5EF4-FFF2-40B4-BE49-F238E27FC236}">
                    <a16:creationId xmlns:a16="http://schemas.microsoft.com/office/drawing/2014/main" id="{12B5B36E-06E3-D916-D8F3-92112F4E77F2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4" name="立方体 93">
                <a:extLst>
                  <a:ext uri="{FF2B5EF4-FFF2-40B4-BE49-F238E27FC236}">
                    <a16:creationId xmlns:a16="http://schemas.microsoft.com/office/drawing/2014/main" id="{175AA065-49BB-F727-2818-E2DE2D20C538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立方体 94">
                <a:extLst>
                  <a:ext uri="{FF2B5EF4-FFF2-40B4-BE49-F238E27FC236}">
                    <a16:creationId xmlns:a16="http://schemas.microsoft.com/office/drawing/2014/main" id="{2BB5EA6D-C8FC-EFD0-752A-6D2F342C8337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立方体 95">
                <a:extLst>
                  <a:ext uri="{FF2B5EF4-FFF2-40B4-BE49-F238E27FC236}">
                    <a16:creationId xmlns:a16="http://schemas.microsoft.com/office/drawing/2014/main" id="{91978A4A-0181-EDA1-C354-8CC6BB44E090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立方体 96">
                <a:extLst>
                  <a:ext uri="{FF2B5EF4-FFF2-40B4-BE49-F238E27FC236}">
                    <a16:creationId xmlns:a16="http://schemas.microsoft.com/office/drawing/2014/main" id="{AA6334FD-6E64-9E22-50AF-820EB63C5A6D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491B898E-32B9-0BCE-2893-F86FC88E032E}"/>
                </a:ext>
              </a:extLst>
            </p:cNvPr>
            <p:cNvGrpSpPr/>
            <p:nvPr/>
          </p:nvGrpSpPr>
          <p:grpSpPr>
            <a:xfrm>
              <a:off x="2725937" y="5118799"/>
              <a:ext cx="471717" cy="117976"/>
              <a:chOff x="2684646" y="1063124"/>
              <a:chExt cx="471717" cy="117976"/>
            </a:xfrm>
            <a:solidFill>
              <a:srgbClr val="FFF2CB"/>
            </a:solidFill>
          </p:grpSpPr>
          <p:sp>
            <p:nvSpPr>
              <p:cNvPr id="99" name="立方体 98">
                <a:extLst>
                  <a:ext uri="{FF2B5EF4-FFF2-40B4-BE49-F238E27FC236}">
                    <a16:creationId xmlns:a16="http://schemas.microsoft.com/office/drawing/2014/main" id="{3CB17781-0B40-8284-65AF-DA64809B6B9B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立方体 99">
                <a:extLst>
                  <a:ext uri="{FF2B5EF4-FFF2-40B4-BE49-F238E27FC236}">
                    <a16:creationId xmlns:a16="http://schemas.microsoft.com/office/drawing/2014/main" id="{F51BDBE8-E747-2E04-E151-946ED535B5E3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立方体 100">
                <a:extLst>
                  <a:ext uri="{FF2B5EF4-FFF2-40B4-BE49-F238E27FC236}">
                    <a16:creationId xmlns:a16="http://schemas.microsoft.com/office/drawing/2014/main" id="{E2D6B670-C1D1-6328-D3F4-4AF837EEB717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立方体 101">
                <a:extLst>
                  <a:ext uri="{FF2B5EF4-FFF2-40B4-BE49-F238E27FC236}">
                    <a16:creationId xmlns:a16="http://schemas.microsoft.com/office/drawing/2014/main" id="{CB9EB6D0-6275-F8C3-94F6-75E376D6DEEF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立方体 102">
                <a:extLst>
                  <a:ext uri="{FF2B5EF4-FFF2-40B4-BE49-F238E27FC236}">
                    <a16:creationId xmlns:a16="http://schemas.microsoft.com/office/drawing/2014/main" id="{4F731A90-2284-E090-BDCC-3CFA3D81EC14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116EF742-3D81-F178-039C-9CEB8D6982DF}"/>
                </a:ext>
              </a:extLst>
            </p:cNvPr>
            <p:cNvGrpSpPr/>
            <p:nvPr/>
          </p:nvGrpSpPr>
          <p:grpSpPr>
            <a:xfrm>
              <a:off x="2565536" y="5512203"/>
              <a:ext cx="402104" cy="138019"/>
              <a:chOff x="2529707" y="2675629"/>
              <a:chExt cx="343711" cy="117976"/>
            </a:xfrm>
            <a:solidFill>
              <a:srgbClr val="FFF2CB"/>
            </a:solidFill>
          </p:grpSpPr>
          <p:sp>
            <p:nvSpPr>
              <p:cNvPr id="105" name="立方体 104">
                <a:extLst>
                  <a:ext uri="{FF2B5EF4-FFF2-40B4-BE49-F238E27FC236}">
                    <a16:creationId xmlns:a16="http://schemas.microsoft.com/office/drawing/2014/main" id="{93040807-51CF-6AB3-2D4D-A9F040A40AE7}"/>
                  </a:ext>
                </a:extLst>
              </p:cNvPr>
              <p:cNvSpPr/>
              <p:nvPr/>
            </p:nvSpPr>
            <p:spPr>
              <a:xfrm>
                <a:off x="2529707" y="2675629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立方体 105">
                <a:extLst>
                  <a:ext uri="{FF2B5EF4-FFF2-40B4-BE49-F238E27FC236}">
                    <a16:creationId xmlns:a16="http://schemas.microsoft.com/office/drawing/2014/main" id="{41D354CA-26D5-26F3-C8CE-DD823BB732B1}"/>
                  </a:ext>
                </a:extLst>
              </p:cNvPr>
              <p:cNvSpPr/>
              <p:nvPr/>
            </p:nvSpPr>
            <p:spPr>
              <a:xfrm>
                <a:off x="2603677" y="2675629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立方体 106">
                <a:extLst>
                  <a:ext uri="{FF2B5EF4-FFF2-40B4-BE49-F238E27FC236}">
                    <a16:creationId xmlns:a16="http://schemas.microsoft.com/office/drawing/2014/main" id="{9E72141C-B1E7-2650-FF09-C6F57D62E32F}"/>
                  </a:ext>
                </a:extLst>
              </p:cNvPr>
              <p:cNvSpPr/>
              <p:nvPr/>
            </p:nvSpPr>
            <p:spPr>
              <a:xfrm>
                <a:off x="2682256" y="2675629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立方体 107">
                <a:extLst>
                  <a:ext uri="{FF2B5EF4-FFF2-40B4-BE49-F238E27FC236}">
                    <a16:creationId xmlns:a16="http://schemas.microsoft.com/office/drawing/2014/main" id="{52B08A99-A889-0FDF-4283-DBAD9ACC73B1}"/>
                  </a:ext>
                </a:extLst>
              </p:cNvPr>
              <p:cNvSpPr/>
              <p:nvPr/>
            </p:nvSpPr>
            <p:spPr>
              <a:xfrm>
                <a:off x="2756226" y="2675629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3" name="矩形: 圆角 112">
              <a:extLst>
                <a:ext uri="{FF2B5EF4-FFF2-40B4-BE49-F238E27FC236}">
                  <a16:creationId xmlns:a16="http://schemas.microsoft.com/office/drawing/2014/main" id="{6E5EB8AA-9BAE-C1AA-78A5-C297D7E92867}"/>
                </a:ext>
              </a:extLst>
            </p:cNvPr>
            <p:cNvSpPr/>
            <p:nvPr/>
          </p:nvSpPr>
          <p:spPr>
            <a:xfrm>
              <a:off x="3433377" y="3095652"/>
              <a:ext cx="605249" cy="594967"/>
            </a:xfrm>
            <a:prstGeom prst="roundRect">
              <a:avLst>
                <a:gd name="adj" fmla="val 13694"/>
              </a:avLst>
            </a:prstGeom>
            <a:solidFill>
              <a:srgbClr val="DAE2F2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8D8A84C5-3981-E9DE-594C-780C3C5970EB}"/>
                </a:ext>
              </a:extLst>
            </p:cNvPr>
            <p:cNvSpPr/>
            <p:nvPr/>
          </p:nvSpPr>
          <p:spPr>
            <a:xfrm>
              <a:off x="3482564" y="3157032"/>
              <a:ext cx="149637" cy="484477"/>
            </a:xfrm>
            <a:prstGeom prst="roundRect">
              <a:avLst>
                <a:gd name="adj" fmla="val 23878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140E0499-0F9F-6CB2-A6AB-AB74259EE13C}"/>
                </a:ext>
              </a:extLst>
            </p:cNvPr>
            <p:cNvSpPr/>
            <p:nvPr/>
          </p:nvSpPr>
          <p:spPr>
            <a:xfrm>
              <a:off x="3839804" y="3157032"/>
              <a:ext cx="149637" cy="484477"/>
            </a:xfrm>
            <a:prstGeom prst="roundRect">
              <a:avLst>
                <a:gd name="adj" fmla="val 23878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矩形: 圆角 115">
              <a:extLst>
                <a:ext uri="{FF2B5EF4-FFF2-40B4-BE49-F238E27FC236}">
                  <a16:creationId xmlns:a16="http://schemas.microsoft.com/office/drawing/2014/main" id="{6141370A-686B-BD49-9408-E1E567C9405D}"/>
                </a:ext>
              </a:extLst>
            </p:cNvPr>
            <p:cNvSpPr/>
            <p:nvPr/>
          </p:nvSpPr>
          <p:spPr>
            <a:xfrm>
              <a:off x="3661184" y="3157032"/>
              <a:ext cx="149637" cy="484477"/>
            </a:xfrm>
            <a:prstGeom prst="roundRect">
              <a:avLst>
                <a:gd name="adj" fmla="val 23878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: 圆角 116">
              <a:extLst>
                <a:ext uri="{FF2B5EF4-FFF2-40B4-BE49-F238E27FC236}">
                  <a16:creationId xmlns:a16="http://schemas.microsoft.com/office/drawing/2014/main" id="{92CB4D4D-F54D-B074-F138-F8FF957C7209}"/>
                </a:ext>
              </a:extLst>
            </p:cNvPr>
            <p:cNvSpPr/>
            <p:nvPr/>
          </p:nvSpPr>
          <p:spPr>
            <a:xfrm>
              <a:off x="3420941" y="3851520"/>
              <a:ext cx="605249" cy="215655"/>
            </a:xfrm>
            <a:prstGeom prst="roundRect">
              <a:avLst>
                <a:gd name="adj" fmla="val 21228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矩形: 圆角 117">
              <a:extLst>
                <a:ext uri="{FF2B5EF4-FFF2-40B4-BE49-F238E27FC236}">
                  <a16:creationId xmlns:a16="http://schemas.microsoft.com/office/drawing/2014/main" id="{382640E7-2184-8B5F-959D-816289FA117C}"/>
                </a:ext>
              </a:extLst>
            </p:cNvPr>
            <p:cNvSpPr/>
            <p:nvPr/>
          </p:nvSpPr>
          <p:spPr>
            <a:xfrm>
              <a:off x="3433249" y="4287233"/>
              <a:ext cx="605249" cy="215655"/>
            </a:xfrm>
            <a:prstGeom prst="roundRect">
              <a:avLst>
                <a:gd name="adj" fmla="val 21228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矩形: 圆角 118">
              <a:extLst>
                <a:ext uri="{FF2B5EF4-FFF2-40B4-BE49-F238E27FC236}">
                  <a16:creationId xmlns:a16="http://schemas.microsoft.com/office/drawing/2014/main" id="{61068710-EB28-D452-3155-F3C7D6DE27F1}"/>
                </a:ext>
              </a:extLst>
            </p:cNvPr>
            <p:cNvSpPr/>
            <p:nvPr/>
          </p:nvSpPr>
          <p:spPr>
            <a:xfrm>
              <a:off x="3435282" y="4673423"/>
              <a:ext cx="605249" cy="594967"/>
            </a:xfrm>
            <a:prstGeom prst="roundRect">
              <a:avLst>
                <a:gd name="adj" fmla="val 13694"/>
              </a:avLst>
            </a:prstGeom>
            <a:solidFill>
              <a:srgbClr val="FFF2CB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矩形: 圆角 119">
              <a:extLst>
                <a:ext uri="{FF2B5EF4-FFF2-40B4-BE49-F238E27FC236}">
                  <a16:creationId xmlns:a16="http://schemas.microsoft.com/office/drawing/2014/main" id="{8899E4C8-2A32-4871-EAF9-2E6C6CB34537}"/>
                </a:ext>
              </a:extLst>
            </p:cNvPr>
            <p:cNvSpPr/>
            <p:nvPr/>
          </p:nvSpPr>
          <p:spPr>
            <a:xfrm>
              <a:off x="3482564" y="4734803"/>
              <a:ext cx="149637" cy="484477"/>
            </a:xfrm>
            <a:prstGeom prst="roundRect">
              <a:avLst>
                <a:gd name="adj" fmla="val 23878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矩形: 圆角 120">
              <a:extLst>
                <a:ext uri="{FF2B5EF4-FFF2-40B4-BE49-F238E27FC236}">
                  <a16:creationId xmlns:a16="http://schemas.microsoft.com/office/drawing/2014/main" id="{34EC9AF1-1584-217E-055B-E256D115E156}"/>
                </a:ext>
              </a:extLst>
            </p:cNvPr>
            <p:cNvSpPr/>
            <p:nvPr/>
          </p:nvSpPr>
          <p:spPr>
            <a:xfrm>
              <a:off x="3839804" y="4734803"/>
              <a:ext cx="149637" cy="484477"/>
            </a:xfrm>
            <a:prstGeom prst="roundRect">
              <a:avLst>
                <a:gd name="adj" fmla="val 23878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矩形: 圆角 121">
              <a:extLst>
                <a:ext uri="{FF2B5EF4-FFF2-40B4-BE49-F238E27FC236}">
                  <a16:creationId xmlns:a16="http://schemas.microsoft.com/office/drawing/2014/main" id="{36156F06-24D2-F399-D3D8-800271E35873}"/>
                </a:ext>
              </a:extLst>
            </p:cNvPr>
            <p:cNvSpPr/>
            <p:nvPr/>
          </p:nvSpPr>
          <p:spPr>
            <a:xfrm>
              <a:off x="3661184" y="4734803"/>
              <a:ext cx="149637" cy="484477"/>
            </a:xfrm>
            <a:prstGeom prst="roundRect">
              <a:avLst>
                <a:gd name="adj" fmla="val 23878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矩形: 圆角 122">
              <a:extLst>
                <a:ext uri="{FF2B5EF4-FFF2-40B4-BE49-F238E27FC236}">
                  <a16:creationId xmlns:a16="http://schemas.microsoft.com/office/drawing/2014/main" id="{A8E6CC28-FE3C-F66C-691F-AE97533395FF}"/>
                </a:ext>
              </a:extLst>
            </p:cNvPr>
            <p:cNvSpPr/>
            <p:nvPr/>
          </p:nvSpPr>
          <p:spPr>
            <a:xfrm>
              <a:off x="4128736" y="3067812"/>
              <a:ext cx="793783" cy="1044000"/>
            </a:xfrm>
            <a:prstGeom prst="roundRect">
              <a:avLst>
                <a:gd name="adj" fmla="val 6863"/>
              </a:avLst>
            </a:prstGeom>
            <a:noFill/>
            <a:ln w="12700">
              <a:solidFill>
                <a:schemeClr val="tx2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E9AA16C6-0D19-B5F1-9A30-25B4BB4C666F}"/>
                </a:ext>
              </a:extLst>
            </p:cNvPr>
            <p:cNvGrpSpPr/>
            <p:nvPr/>
          </p:nvGrpSpPr>
          <p:grpSpPr>
            <a:xfrm>
              <a:off x="4197378" y="3149174"/>
              <a:ext cx="471717" cy="117976"/>
              <a:chOff x="2684646" y="1063124"/>
              <a:chExt cx="471717" cy="117976"/>
            </a:xfrm>
            <a:solidFill>
              <a:srgbClr val="E2EFD8"/>
            </a:solidFill>
          </p:grpSpPr>
          <p:sp>
            <p:nvSpPr>
              <p:cNvPr id="125" name="立方体 124">
                <a:extLst>
                  <a:ext uri="{FF2B5EF4-FFF2-40B4-BE49-F238E27FC236}">
                    <a16:creationId xmlns:a16="http://schemas.microsoft.com/office/drawing/2014/main" id="{B0ACEBA8-2123-B4B5-2EE4-8634EBF46674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立方体 125">
                <a:extLst>
                  <a:ext uri="{FF2B5EF4-FFF2-40B4-BE49-F238E27FC236}">
                    <a16:creationId xmlns:a16="http://schemas.microsoft.com/office/drawing/2014/main" id="{76682C03-B434-2463-BA87-BE1122C0FDAB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立方体 126">
                <a:extLst>
                  <a:ext uri="{FF2B5EF4-FFF2-40B4-BE49-F238E27FC236}">
                    <a16:creationId xmlns:a16="http://schemas.microsoft.com/office/drawing/2014/main" id="{83F83F55-FF27-5CA2-F901-406E9DE9EDDB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立方体 127">
                <a:extLst>
                  <a:ext uri="{FF2B5EF4-FFF2-40B4-BE49-F238E27FC236}">
                    <a16:creationId xmlns:a16="http://schemas.microsoft.com/office/drawing/2014/main" id="{60D16D9A-92F5-A054-61BD-B58F047BB044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立方体 128">
                <a:extLst>
                  <a:ext uri="{FF2B5EF4-FFF2-40B4-BE49-F238E27FC236}">
                    <a16:creationId xmlns:a16="http://schemas.microsoft.com/office/drawing/2014/main" id="{C2625711-54B8-0920-A6E2-1AF35E9C96B0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C1FBA430-7765-AF6E-357F-EFD1C5B49B40}"/>
                </a:ext>
              </a:extLst>
            </p:cNvPr>
            <p:cNvGrpSpPr/>
            <p:nvPr/>
          </p:nvGrpSpPr>
          <p:grpSpPr>
            <a:xfrm>
              <a:off x="4185129" y="3656141"/>
              <a:ext cx="471717" cy="117976"/>
              <a:chOff x="2684646" y="1063124"/>
              <a:chExt cx="471717" cy="117976"/>
            </a:xfrm>
            <a:solidFill>
              <a:srgbClr val="E2EFD8"/>
            </a:solidFill>
          </p:grpSpPr>
          <p:sp>
            <p:nvSpPr>
              <p:cNvPr id="131" name="立方体 130">
                <a:extLst>
                  <a:ext uri="{FF2B5EF4-FFF2-40B4-BE49-F238E27FC236}">
                    <a16:creationId xmlns:a16="http://schemas.microsoft.com/office/drawing/2014/main" id="{35EAE7C8-62BC-AE53-6EF4-BE09E8F267AD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立方体 131">
                <a:extLst>
                  <a:ext uri="{FF2B5EF4-FFF2-40B4-BE49-F238E27FC236}">
                    <a16:creationId xmlns:a16="http://schemas.microsoft.com/office/drawing/2014/main" id="{76D33F20-1C67-6224-CACD-93C56F770223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立方体 132">
                <a:extLst>
                  <a:ext uri="{FF2B5EF4-FFF2-40B4-BE49-F238E27FC236}">
                    <a16:creationId xmlns:a16="http://schemas.microsoft.com/office/drawing/2014/main" id="{24E2B061-FB4F-ED7F-2E1E-40D05261797F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立方体 133">
                <a:extLst>
                  <a:ext uri="{FF2B5EF4-FFF2-40B4-BE49-F238E27FC236}">
                    <a16:creationId xmlns:a16="http://schemas.microsoft.com/office/drawing/2014/main" id="{9FB3AC88-2EA4-6BA9-636A-C8ACE71D2C6D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立方体 134">
                <a:extLst>
                  <a:ext uri="{FF2B5EF4-FFF2-40B4-BE49-F238E27FC236}">
                    <a16:creationId xmlns:a16="http://schemas.microsoft.com/office/drawing/2014/main" id="{1E6D9A39-9C2E-B84E-BF87-41A4DFD3E5E4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6" name="组合 135">
              <a:extLst>
                <a:ext uri="{FF2B5EF4-FFF2-40B4-BE49-F238E27FC236}">
                  <a16:creationId xmlns:a16="http://schemas.microsoft.com/office/drawing/2014/main" id="{13FEA783-A754-78FF-9081-636CFA668187}"/>
                </a:ext>
              </a:extLst>
            </p:cNvPr>
            <p:cNvGrpSpPr/>
            <p:nvPr/>
          </p:nvGrpSpPr>
          <p:grpSpPr>
            <a:xfrm>
              <a:off x="4180870" y="3390234"/>
              <a:ext cx="471717" cy="117976"/>
              <a:chOff x="2684646" y="1063124"/>
              <a:chExt cx="471717" cy="117976"/>
            </a:xfrm>
            <a:solidFill>
              <a:srgbClr val="E2EFD8"/>
            </a:solidFill>
          </p:grpSpPr>
          <p:sp>
            <p:nvSpPr>
              <p:cNvPr id="137" name="立方体 136">
                <a:extLst>
                  <a:ext uri="{FF2B5EF4-FFF2-40B4-BE49-F238E27FC236}">
                    <a16:creationId xmlns:a16="http://schemas.microsoft.com/office/drawing/2014/main" id="{888ECD2B-9EA0-1620-8689-AB515C66D7BB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立方体 137">
                <a:extLst>
                  <a:ext uri="{FF2B5EF4-FFF2-40B4-BE49-F238E27FC236}">
                    <a16:creationId xmlns:a16="http://schemas.microsoft.com/office/drawing/2014/main" id="{C3AA42EB-9A04-8A50-B0E4-46CA219760AE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" name="立方体 138">
                <a:extLst>
                  <a:ext uri="{FF2B5EF4-FFF2-40B4-BE49-F238E27FC236}">
                    <a16:creationId xmlns:a16="http://schemas.microsoft.com/office/drawing/2014/main" id="{E40FA12C-A066-DF1C-D1A1-FDF275E0B20B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立方体 139">
                <a:extLst>
                  <a:ext uri="{FF2B5EF4-FFF2-40B4-BE49-F238E27FC236}">
                    <a16:creationId xmlns:a16="http://schemas.microsoft.com/office/drawing/2014/main" id="{1C5452CE-279A-A16B-D43A-8C500487E628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立方体 140">
                <a:extLst>
                  <a:ext uri="{FF2B5EF4-FFF2-40B4-BE49-F238E27FC236}">
                    <a16:creationId xmlns:a16="http://schemas.microsoft.com/office/drawing/2014/main" id="{7A0C7017-CBC3-E474-AA89-088822E5D605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09D909EF-254E-B669-4D67-123F4774060D}"/>
                </a:ext>
              </a:extLst>
            </p:cNvPr>
            <p:cNvGrpSpPr/>
            <p:nvPr/>
          </p:nvGrpSpPr>
          <p:grpSpPr>
            <a:xfrm>
              <a:off x="4178530" y="3927343"/>
              <a:ext cx="471717" cy="117976"/>
              <a:chOff x="2684646" y="1063124"/>
              <a:chExt cx="471717" cy="117976"/>
            </a:xfrm>
            <a:solidFill>
              <a:srgbClr val="A8D18E"/>
            </a:solidFill>
          </p:grpSpPr>
          <p:sp>
            <p:nvSpPr>
              <p:cNvPr id="143" name="立方体 142">
                <a:extLst>
                  <a:ext uri="{FF2B5EF4-FFF2-40B4-BE49-F238E27FC236}">
                    <a16:creationId xmlns:a16="http://schemas.microsoft.com/office/drawing/2014/main" id="{CB81D292-AFDB-A296-CDE4-CF3F906474C5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立方体 143">
                <a:extLst>
                  <a:ext uri="{FF2B5EF4-FFF2-40B4-BE49-F238E27FC236}">
                    <a16:creationId xmlns:a16="http://schemas.microsoft.com/office/drawing/2014/main" id="{09438A82-8D44-D173-3F33-B445F6766DF7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立方体 144">
                <a:extLst>
                  <a:ext uri="{FF2B5EF4-FFF2-40B4-BE49-F238E27FC236}">
                    <a16:creationId xmlns:a16="http://schemas.microsoft.com/office/drawing/2014/main" id="{F34F304A-96C4-11EA-7C01-AB1033EC8770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立方体 145">
                <a:extLst>
                  <a:ext uri="{FF2B5EF4-FFF2-40B4-BE49-F238E27FC236}">
                    <a16:creationId xmlns:a16="http://schemas.microsoft.com/office/drawing/2014/main" id="{D8B4A009-1141-1321-DA55-EC363B8A7B1F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立方体 146">
                <a:extLst>
                  <a:ext uri="{FF2B5EF4-FFF2-40B4-BE49-F238E27FC236}">
                    <a16:creationId xmlns:a16="http://schemas.microsoft.com/office/drawing/2014/main" id="{76D1BC02-5CBA-B021-EC84-AAE34CE467D2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1E6FB5A5-BDBC-89C8-EA4B-AE5BEC2FBC1C}"/>
                </a:ext>
              </a:extLst>
            </p:cNvPr>
            <p:cNvSpPr/>
            <p:nvPr/>
          </p:nvSpPr>
          <p:spPr>
            <a:xfrm>
              <a:off x="4128736" y="4187472"/>
              <a:ext cx="793783" cy="1044000"/>
            </a:xfrm>
            <a:prstGeom prst="roundRect">
              <a:avLst>
                <a:gd name="adj" fmla="val 6863"/>
              </a:avLst>
            </a:prstGeom>
            <a:noFill/>
            <a:ln w="12700">
              <a:solidFill>
                <a:srgbClr val="FFD86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9" name="组合 148">
              <a:extLst>
                <a:ext uri="{FF2B5EF4-FFF2-40B4-BE49-F238E27FC236}">
                  <a16:creationId xmlns:a16="http://schemas.microsoft.com/office/drawing/2014/main" id="{304F62FE-5644-064E-E99C-8149F53C6ECA}"/>
                </a:ext>
              </a:extLst>
            </p:cNvPr>
            <p:cNvGrpSpPr/>
            <p:nvPr/>
          </p:nvGrpSpPr>
          <p:grpSpPr>
            <a:xfrm>
              <a:off x="4197378" y="4268834"/>
              <a:ext cx="471717" cy="117976"/>
              <a:chOff x="2684646" y="1063124"/>
              <a:chExt cx="471717" cy="117976"/>
            </a:xfrm>
            <a:solidFill>
              <a:srgbClr val="E2EFD8"/>
            </a:solidFill>
          </p:grpSpPr>
          <p:sp>
            <p:nvSpPr>
              <p:cNvPr id="150" name="立方体 149">
                <a:extLst>
                  <a:ext uri="{FF2B5EF4-FFF2-40B4-BE49-F238E27FC236}">
                    <a16:creationId xmlns:a16="http://schemas.microsoft.com/office/drawing/2014/main" id="{2AFC3182-00C6-8FB0-2120-57BE426FA806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立方体 150">
                <a:extLst>
                  <a:ext uri="{FF2B5EF4-FFF2-40B4-BE49-F238E27FC236}">
                    <a16:creationId xmlns:a16="http://schemas.microsoft.com/office/drawing/2014/main" id="{E1A31135-FB4B-9ED5-8518-49DC473D0873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立方体 151">
                <a:extLst>
                  <a:ext uri="{FF2B5EF4-FFF2-40B4-BE49-F238E27FC236}">
                    <a16:creationId xmlns:a16="http://schemas.microsoft.com/office/drawing/2014/main" id="{BA880DFF-CCA0-D33F-DE0F-B3F01B0EAA22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立方体 152">
                <a:extLst>
                  <a:ext uri="{FF2B5EF4-FFF2-40B4-BE49-F238E27FC236}">
                    <a16:creationId xmlns:a16="http://schemas.microsoft.com/office/drawing/2014/main" id="{5B87B85B-2718-4818-765F-48938615A60E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立方体 153">
                <a:extLst>
                  <a:ext uri="{FF2B5EF4-FFF2-40B4-BE49-F238E27FC236}">
                    <a16:creationId xmlns:a16="http://schemas.microsoft.com/office/drawing/2014/main" id="{7654311D-2926-5B63-E625-6976FC39FE16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7C090D6D-61B6-1777-9BAA-11B6CC51EC5A}"/>
                </a:ext>
              </a:extLst>
            </p:cNvPr>
            <p:cNvGrpSpPr/>
            <p:nvPr/>
          </p:nvGrpSpPr>
          <p:grpSpPr>
            <a:xfrm>
              <a:off x="4185129" y="4775801"/>
              <a:ext cx="471717" cy="117976"/>
              <a:chOff x="2684646" y="1063124"/>
              <a:chExt cx="471717" cy="117976"/>
            </a:xfrm>
            <a:solidFill>
              <a:srgbClr val="A8D18E"/>
            </a:solidFill>
          </p:grpSpPr>
          <p:sp>
            <p:nvSpPr>
              <p:cNvPr id="156" name="立方体 155">
                <a:extLst>
                  <a:ext uri="{FF2B5EF4-FFF2-40B4-BE49-F238E27FC236}">
                    <a16:creationId xmlns:a16="http://schemas.microsoft.com/office/drawing/2014/main" id="{081033C2-1366-FD73-A55E-AEFD366D4610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立方体 156">
                <a:extLst>
                  <a:ext uri="{FF2B5EF4-FFF2-40B4-BE49-F238E27FC236}">
                    <a16:creationId xmlns:a16="http://schemas.microsoft.com/office/drawing/2014/main" id="{52AC5181-0DDC-FD13-65A9-2098552D5971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立方体 157">
                <a:extLst>
                  <a:ext uri="{FF2B5EF4-FFF2-40B4-BE49-F238E27FC236}">
                    <a16:creationId xmlns:a16="http://schemas.microsoft.com/office/drawing/2014/main" id="{65A19D63-D3B6-5706-2D85-9B628A982E9E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立方体 158">
                <a:extLst>
                  <a:ext uri="{FF2B5EF4-FFF2-40B4-BE49-F238E27FC236}">
                    <a16:creationId xmlns:a16="http://schemas.microsoft.com/office/drawing/2014/main" id="{256B0BD9-A695-5649-4480-30D1A380FB2D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立方体 159">
                <a:extLst>
                  <a:ext uri="{FF2B5EF4-FFF2-40B4-BE49-F238E27FC236}">
                    <a16:creationId xmlns:a16="http://schemas.microsoft.com/office/drawing/2014/main" id="{2004F3AA-72B8-C21B-B35B-0777A6A91D39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1" name="组合 160">
              <a:extLst>
                <a:ext uri="{FF2B5EF4-FFF2-40B4-BE49-F238E27FC236}">
                  <a16:creationId xmlns:a16="http://schemas.microsoft.com/office/drawing/2014/main" id="{B7EA240E-8B8C-F102-D91F-39FA53565DB0}"/>
                </a:ext>
              </a:extLst>
            </p:cNvPr>
            <p:cNvGrpSpPr/>
            <p:nvPr/>
          </p:nvGrpSpPr>
          <p:grpSpPr>
            <a:xfrm>
              <a:off x="4180870" y="4509894"/>
              <a:ext cx="471717" cy="117976"/>
              <a:chOff x="2684646" y="1063124"/>
              <a:chExt cx="471717" cy="117976"/>
            </a:xfrm>
            <a:solidFill>
              <a:srgbClr val="A8D18E"/>
            </a:solidFill>
          </p:grpSpPr>
          <p:sp>
            <p:nvSpPr>
              <p:cNvPr id="162" name="立方体 161">
                <a:extLst>
                  <a:ext uri="{FF2B5EF4-FFF2-40B4-BE49-F238E27FC236}">
                    <a16:creationId xmlns:a16="http://schemas.microsoft.com/office/drawing/2014/main" id="{B19F4FE5-832B-1016-21AF-CC64D2AF2F44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立方体 162">
                <a:extLst>
                  <a:ext uri="{FF2B5EF4-FFF2-40B4-BE49-F238E27FC236}">
                    <a16:creationId xmlns:a16="http://schemas.microsoft.com/office/drawing/2014/main" id="{DCB4B7EE-9A2E-3A9F-83C3-3E2CA8E7FB16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4" name="立方体 163">
                <a:extLst>
                  <a:ext uri="{FF2B5EF4-FFF2-40B4-BE49-F238E27FC236}">
                    <a16:creationId xmlns:a16="http://schemas.microsoft.com/office/drawing/2014/main" id="{B425F0B5-71AB-7411-3162-00D376A9C784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5" name="立方体 164">
                <a:extLst>
                  <a:ext uri="{FF2B5EF4-FFF2-40B4-BE49-F238E27FC236}">
                    <a16:creationId xmlns:a16="http://schemas.microsoft.com/office/drawing/2014/main" id="{80B35A6C-6D11-ECF0-BBC6-8DA00B98BAD9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立方体 165">
                <a:extLst>
                  <a:ext uri="{FF2B5EF4-FFF2-40B4-BE49-F238E27FC236}">
                    <a16:creationId xmlns:a16="http://schemas.microsoft.com/office/drawing/2014/main" id="{0ABD9B11-AC5E-E9A2-0688-7D39E9E2F8CB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3EC2C56C-A299-B06F-8D5C-B212645B5403}"/>
                </a:ext>
              </a:extLst>
            </p:cNvPr>
            <p:cNvGrpSpPr/>
            <p:nvPr/>
          </p:nvGrpSpPr>
          <p:grpSpPr>
            <a:xfrm>
              <a:off x="4178530" y="5047003"/>
              <a:ext cx="471717" cy="117976"/>
              <a:chOff x="2684646" y="1063124"/>
              <a:chExt cx="471717" cy="117976"/>
            </a:xfrm>
            <a:solidFill>
              <a:srgbClr val="A8D18E"/>
            </a:solidFill>
          </p:grpSpPr>
          <p:sp>
            <p:nvSpPr>
              <p:cNvPr id="168" name="立方体 167">
                <a:extLst>
                  <a:ext uri="{FF2B5EF4-FFF2-40B4-BE49-F238E27FC236}">
                    <a16:creationId xmlns:a16="http://schemas.microsoft.com/office/drawing/2014/main" id="{0DBFB17D-5AC9-07A0-D585-C2452246F018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立方体 168">
                <a:extLst>
                  <a:ext uri="{FF2B5EF4-FFF2-40B4-BE49-F238E27FC236}">
                    <a16:creationId xmlns:a16="http://schemas.microsoft.com/office/drawing/2014/main" id="{DF5ECABE-0E15-8A6F-1A53-0212C681710A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立方体 169">
                <a:extLst>
                  <a:ext uri="{FF2B5EF4-FFF2-40B4-BE49-F238E27FC236}">
                    <a16:creationId xmlns:a16="http://schemas.microsoft.com/office/drawing/2014/main" id="{C9F6DF1C-E14D-E7AA-C4A5-00E77B03AA8B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立方体 170">
                <a:extLst>
                  <a:ext uri="{FF2B5EF4-FFF2-40B4-BE49-F238E27FC236}">
                    <a16:creationId xmlns:a16="http://schemas.microsoft.com/office/drawing/2014/main" id="{6718B50C-A3C1-CDDF-66B2-B0D1B8F0A0DD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立方体 171">
                <a:extLst>
                  <a:ext uri="{FF2B5EF4-FFF2-40B4-BE49-F238E27FC236}">
                    <a16:creationId xmlns:a16="http://schemas.microsoft.com/office/drawing/2014/main" id="{BD5C499F-34F3-E028-9482-F14296AE1457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3" name="矩形: 圆角 172">
              <a:extLst>
                <a:ext uri="{FF2B5EF4-FFF2-40B4-BE49-F238E27FC236}">
                  <a16:creationId xmlns:a16="http://schemas.microsoft.com/office/drawing/2014/main" id="{169E898F-7865-1D4C-7134-10D1CA20C1D6}"/>
                </a:ext>
              </a:extLst>
            </p:cNvPr>
            <p:cNvSpPr/>
            <p:nvPr/>
          </p:nvSpPr>
          <p:spPr>
            <a:xfrm>
              <a:off x="5025065" y="3218179"/>
              <a:ext cx="697555" cy="238761"/>
            </a:xfrm>
            <a:prstGeom prst="roundRect">
              <a:avLst>
                <a:gd name="adj" fmla="val 1592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矩形: 圆角 173">
              <a:extLst>
                <a:ext uri="{FF2B5EF4-FFF2-40B4-BE49-F238E27FC236}">
                  <a16:creationId xmlns:a16="http://schemas.microsoft.com/office/drawing/2014/main" id="{72857AEA-116D-73AD-10BA-97D7AAF2C91E}"/>
                </a:ext>
              </a:extLst>
            </p:cNvPr>
            <p:cNvSpPr/>
            <p:nvPr/>
          </p:nvSpPr>
          <p:spPr>
            <a:xfrm>
              <a:off x="5025065" y="4005131"/>
              <a:ext cx="697555" cy="238761"/>
            </a:xfrm>
            <a:prstGeom prst="roundRect">
              <a:avLst>
                <a:gd name="adj" fmla="val 1592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75" name="组合 174">
              <a:extLst>
                <a:ext uri="{FF2B5EF4-FFF2-40B4-BE49-F238E27FC236}">
                  <a16:creationId xmlns:a16="http://schemas.microsoft.com/office/drawing/2014/main" id="{C22B8EAC-A6CF-4C01-0A35-595799C5B258}"/>
                </a:ext>
              </a:extLst>
            </p:cNvPr>
            <p:cNvGrpSpPr>
              <a:grpSpLocks/>
            </p:cNvGrpSpPr>
            <p:nvPr/>
          </p:nvGrpSpPr>
          <p:grpSpPr>
            <a:xfrm>
              <a:off x="5094842" y="3644685"/>
              <a:ext cx="558000" cy="162000"/>
              <a:chOff x="2684646" y="1063124"/>
              <a:chExt cx="471717" cy="117976"/>
            </a:xfrm>
            <a:solidFill>
              <a:srgbClr val="8EACE1"/>
            </a:solidFill>
          </p:grpSpPr>
          <p:sp>
            <p:nvSpPr>
              <p:cNvPr id="176" name="立方体 175">
                <a:extLst>
                  <a:ext uri="{FF2B5EF4-FFF2-40B4-BE49-F238E27FC236}">
                    <a16:creationId xmlns:a16="http://schemas.microsoft.com/office/drawing/2014/main" id="{EAEB1F00-5CBA-BBAD-431A-7105FDFBDED0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立方体 176">
                <a:extLst>
                  <a:ext uri="{FF2B5EF4-FFF2-40B4-BE49-F238E27FC236}">
                    <a16:creationId xmlns:a16="http://schemas.microsoft.com/office/drawing/2014/main" id="{64E1E3AA-1286-1FBE-6541-5A4D378D85AE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立方体 177">
                <a:extLst>
                  <a:ext uri="{FF2B5EF4-FFF2-40B4-BE49-F238E27FC236}">
                    <a16:creationId xmlns:a16="http://schemas.microsoft.com/office/drawing/2014/main" id="{C5A48845-3F56-5DA7-DBD4-3E051C38E95A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立方体 178">
                <a:extLst>
                  <a:ext uri="{FF2B5EF4-FFF2-40B4-BE49-F238E27FC236}">
                    <a16:creationId xmlns:a16="http://schemas.microsoft.com/office/drawing/2014/main" id="{374D12E7-CC46-5521-6C7F-1DD4F55D0F3B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立方体 179">
                <a:extLst>
                  <a:ext uri="{FF2B5EF4-FFF2-40B4-BE49-F238E27FC236}">
                    <a16:creationId xmlns:a16="http://schemas.microsoft.com/office/drawing/2014/main" id="{55D09A81-5040-4EEE-D9BD-2FA62DC254C3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1" name="组合 180">
              <a:extLst>
                <a:ext uri="{FF2B5EF4-FFF2-40B4-BE49-F238E27FC236}">
                  <a16:creationId xmlns:a16="http://schemas.microsoft.com/office/drawing/2014/main" id="{22FF12FF-6C3A-DD60-A27D-B5AD6539F334}"/>
                </a:ext>
              </a:extLst>
            </p:cNvPr>
            <p:cNvGrpSpPr>
              <a:grpSpLocks/>
            </p:cNvGrpSpPr>
            <p:nvPr/>
          </p:nvGrpSpPr>
          <p:grpSpPr>
            <a:xfrm>
              <a:off x="5094842" y="4514544"/>
              <a:ext cx="558000" cy="162000"/>
              <a:chOff x="2684646" y="1063124"/>
              <a:chExt cx="471717" cy="117976"/>
            </a:xfrm>
            <a:solidFill>
              <a:srgbClr val="FFDB63"/>
            </a:solidFill>
          </p:grpSpPr>
          <p:sp>
            <p:nvSpPr>
              <p:cNvPr id="182" name="立方体 181">
                <a:extLst>
                  <a:ext uri="{FF2B5EF4-FFF2-40B4-BE49-F238E27FC236}">
                    <a16:creationId xmlns:a16="http://schemas.microsoft.com/office/drawing/2014/main" id="{12AC8FE1-4E23-CB57-82AF-198871123AC0}"/>
                  </a:ext>
                </a:extLst>
              </p:cNvPr>
              <p:cNvSpPr/>
              <p:nvPr/>
            </p:nvSpPr>
            <p:spPr>
              <a:xfrm>
                <a:off x="281265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立方体 182">
                <a:extLst>
                  <a:ext uri="{FF2B5EF4-FFF2-40B4-BE49-F238E27FC236}">
                    <a16:creationId xmlns:a16="http://schemas.microsoft.com/office/drawing/2014/main" id="{B6442880-1285-3FC3-1567-5E301F91F6CA}"/>
                  </a:ext>
                </a:extLst>
              </p:cNvPr>
              <p:cNvSpPr/>
              <p:nvPr/>
            </p:nvSpPr>
            <p:spPr>
              <a:xfrm>
                <a:off x="2886622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立方体 183">
                <a:extLst>
                  <a:ext uri="{FF2B5EF4-FFF2-40B4-BE49-F238E27FC236}">
                    <a16:creationId xmlns:a16="http://schemas.microsoft.com/office/drawing/2014/main" id="{8585C0E7-3F02-8B5C-FCA7-5412BCFC7487}"/>
                  </a:ext>
                </a:extLst>
              </p:cNvPr>
              <p:cNvSpPr/>
              <p:nvPr/>
            </p:nvSpPr>
            <p:spPr>
              <a:xfrm>
                <a:off x="296520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立方体 184">
                <a:extLst>
                  <a:ext uri="{FF2B5EF4-FFF2-40B4-BE49-F238E27FC236}">
                    <a16:creationId xmlns:a16="http://schemas.microsoft.com/office/drawing/2014/main" id="{2C800571-CCFC-1BA8-92B3-5F4768FB5CB0}"/>
                  </a:ext>
                </a:extLst>
              </p:cNvPr>
              <p:cNvSpPr/>
              <p:nvPr/>
            </p:nvSpPr>
            <p:spPr>
              <a:xfrm>
                <a:off x="3039171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立方体 185">
                <a:extLst>
                  <a:ext uri="{FF2B5EF4-FFF2-40B4-BE49-F238E27FC236}">
                    <a16:creationId xmlns:a16="http://schemas.microsoft.com/office/drawing/2014/main" id="{C8FA602A-8CF4-0218-FC8C-AFCE61EE304D}"/>
                  </a:ext>
                </a:extLst>
              </p:cNvPr>
              <p:cNvSpPr/>
              <p:nvPr/>
            </p:nvSpPr>
            <p:spPr>
              <a:xfrm>
                <a:off x="2684646" y="1063124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7" name="矩形: 圆角 186">
              <a:extLst>
                <a:ext uri="{FF2B5EF4-FFF2-40B4-BE49-F238E27FC236}">
                  <a16:creationId xmlns:a16="http://schemas.microsoft.com/office/drawing/2014/main" id="{ECE2EE55-8E87-ACF8-0313-110125EEC651}"/>
                </a:ext>
              </a:extLst>
            </p:cNvPr>
            <p:cNvSpPr/>
            <p:nvPr/>
          </p:nvSpPr>
          <p:spPr>
            <a:xfrm>
              <a:off x="5021359" y="4870111"/>
              <a:ext cx="697555" cy="238761"/>
            </a:xfrm>
            <a:prstGeom prst="roundRect">
              <a:avLst>
                <a:gd name="adj" fmla="val 15929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4" name="组合 193">
              <a:extLst>
                <a:ext uri="{FF2B5EF4-FFF2-40B4-BE49-F238E27FC236}">
                  <a16:creationId xmlns:a16="http://schemas.microsoft.com/office/drawing/2014/main" id="{130A83D8-F9BA-39D8-E38D-1817768AAB1F}"/>
                </a:ext>
              </a:extLst>
            </p:cNvPr>
            <p:cNvGrpSpPr/>
            <p:nvPr/>
          </p:nvGrpSpPr>
          <p:grpSpPr>
            <a:xfrm rot="5400000">
              <a:off x="5686376" y="3212693"/>
              <a:ext cx="389128" cy="155046"/>
              <a:chOff x="6139870" y="294919"/>
              <a:chExt cx="406580" cy="162000"/>
            </a:xfrm>
            <a:solidFill>
              <a:srgbClr val="8EACE1"/>
            </a:solidFill>
          </p:grpSpPr>
          <p:sp>
            <p:nvSpPr>
              <p:cNvPr id="189" name="立方体 188">
                <a:extLst>
                  <a:ext uri="{FF2B5EF4-FFF2-40B4-BE49-F238E27FC236}">
                    <a16:creationId xmlns:a16="http://schemas.microsoft.com/office/drawing/2014/main" id="{90CCAB84-7E65-D28B-3EA5-F16887BFBBAD}"/>
                  </a:ext>
                </a:extLst>
              </p:cNvPr>
              <p:cNvSpPr/>
              <p:nvPr/>
            </p:nvSpPr>
            <p:spPr>
              <a:xfrm>
                <a:off x="6139870" y="294919"/>
                <a:ext cx="138628" cy="162000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立方体 189">
                <a:extLst>
                  <a:ext uri="{FF2B5EF4-FFF2-40B4-BE49-F238E27FC236}">
                    <a16:creationId xmlns:a16="http://schemas.microsoft.com/office/drawing/2014/main" id="{A2BC1535-2E7B-BE36-CAB9-49B7DF20A210}"/>
                  </a:ext>
                </a:extLst>
              </p:cNvPr>
              <p:cNvSpPr/>
              <p:nvPr/>
            </p:nvSpPr>
            <p:spPr>
              <a:xfrm>
                <a:off x="6227370" y="294919"/>
                <a:ext cx="138628" cy="162000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立方体 190">
                <a:extLst>
                  <a:ext uri="{FF2B5EF4-FFF2-40B4-BE49-F238E27FC236}">
                    <a16:creationId xmlns:a16="http://schemas.microsoft.com/office/drawing/2014/main" id="{598FA83B-C9CA-B14C-801F-6A0530E4DE8B}"/>
                  </a:ext>
                </a:extLst>
              </p:cNvPr>
              <p:cNvSpPr/>
              <p:nvPr/>
            </p:nvSpPr>
            <p:spPr>
              <a:xfrm>
                <a:off x="6320322" y="294919"/>
                <a:ext cx="138628" cy="162000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立方体 191">
                <a:extLst>
                  <a:ext uri="{FF2B5EF4-FFF2-40B4-BE49-F238E27FC236}">
                    <a16:creationId xmlns:a16="http://schemas.microsoft.com/office/drawing/2014/main" id="{4C941BAE-6314-1247-280C-12F6D0AC9E64}"/>
                  </a:ext>
                </a:extLst>
              </p:cNvPr>
              <p:cNvSpPr/>
              <p:nvPr/>
            </p:nvSpPr>
            <p:spPr>
              <a:xfrm>
                <a:off x="6407822" y="294919"/>
                <a:ext cx="138628" cy="162000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3" name="立方体 192">
              <a:extLst>
                <a:ext uri="{FF2B5EF4-FFF2-40B4-BE49-F238E27FC236}">
                  <a16:creationId xmlns:a16="http://schemas.microsoft.com/office/drawing/2014/main" id="{A3B1341E-545E-6A4B-4C77-3FA5B4BA7A3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35281" y="3667856"/>
              <a:ext cx="118800" cy="138829"/>
            </a:xfrm>
            <a:prstGeom prst="cube">
              <a:avLst>
                <a:gd name="adj" fmla="val 26919"/>
              </a:avLst>
            </a:prstGeom>
            <a:solidFill>
              <a:srgbClr val="EDEDED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立方体 194">
              <a:extLst>
                <a:ext uri="{FF2B5EF4-FFF2-40B4-BE49-F238E27FC236}">
                  <a16:creationId xmlns:a16="http://schemas.microsoft.com/office/drawing/2014/main" id="{9E91D197-CC67-3184-C0B1-C549405FE2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51285" y="4920076"/>
              <a:ext cx="118800" cy="138829"/>
            </a:xfrm>
            <a:prstGeom prst="cube">
              <a:avLst>
                <a:gd name="adj" fmla="val 26919"/>
              </a:avLst>
            </a:prstGeom>
            <a:solidFill>
              <a:srgbClr val="EDEDED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立方体 195">
              <a:extLst>
                <a:ext uri="{FF2B5EF4-FFF2-40B4-BE49-F238E27FC236}">
                  <a16:creationId xmlns:a16="http://schemas.microsoft.com/office/drawing/2014/main" id="{3AFE31E8-6083-0DB3-0D22-D73999C585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35892" y="4485111"/>
              <a:ext cx="118800" cy="138829"/>
            </a:xfrm>
            <a:prstGeom prst="cube">
              <a:avLst>
                <a:gd name="adj" fmla="val 26919"/>
              </a:avLst>
            </a:prstGeom>
            <a:solidFill>
              <a:srgbClr val="EDEDED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立方体 196">
              <a:extLst>
                <a:ext uri="{FF2B5EF4-FFF2-40B4-BE49-F238E27FC236}">
                  <a16:creationId xmlns:a16="http://schemas.microsoft.com/office/drawing/2014/main" id="{8DC3601B-5375-EC76-220D-C18A2F046F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3054" y="4042397"/>
              <a:ext cx="118800" cy="138829"/>
            </a:xfrm>
            <a:prstGeom prst="cube">
              <a:avLst>
                <a:gd name="adj" fmla="val 26919"/>
              </a:avLst>
            </a:prstGeom>
            <a:solidFill>
              <a:srgbClr val="EDEDED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矩形: 圆角 197">
              <a:extLst>
                <a:ext uri="{FF2B5EF4-FFF2-40B4-BE49-F238E27FC236}">
                  <a16:creationId xmlns:a16="http://schemas.microsoft.com/office/drawing/2014/main" id="{FA688308-6F94-FBD4-F259-7C4D9E771763}"/>
                </a:ext>
              </a:extLst>
            </p:cNvPr>
            <p:cNvSpPr/>
            <p:nvPr/>
          </p:nvSpPr>
          <p:spPr>
            <a:xfrm>
              <a:off x="6079447" y="3218179"/>
              <a:ext cx="697555" cy="185526"/>
            </a:xfrm>
            <a:prstGeom prst="roundRect">
              <a:avLst>
                <a:gd name="adj" fmla="val 21228"/>
              </a:avLst>
            </a:prstGeom>
            <a:solidFill>
              <a:srgbClr val="DBDBDB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矩形: 圆角 198">
              <a:extLst>
                <a:ext uri="{FF2B5EF4-FFF2-40B4-BE49-F238E27FC236}">
                  <a16:creationId xmlns:a16="http://schemas.microsoft.com/office/drawing/2014/main" id="{D3A50C7C-D867-94CD-AF48-21615D3C10B2}"/>
                </a:ext>
              </a:extLst>
            </p:cNvPr>
            <p:cNvSpPr/>
            <p:nvPr/>
          </p:nvSpPr>
          <p:spPr>
            <a:xfrm>
              <a:off x="6079446" y="3641509"/>
              <a:ext cx="697555" cy="185526"/>
            </a:xfrm>
            <a:prstGeom prst="roundRect">
              <a:avLst>
                <a:gd name="adj" fmla="val 21228"/>
              </a:avLst>
            </a:prstGeom>
            <a:solidFill>
              <a:srgbClr val="DBDBDB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矩形: 圆角 199">
              <a:extLst>
                <a:ext uri="{FF2B5EF4-FFF2-40B4-BE49-F238E27FC236}">
                  <a16:creationId xmlns:a16="http://schemas.microsoft.com/office/drawing/2014/main" id="{E4C1BC3D-0D24-6C8A-BB24-7D45127A4BDB}"/>
                </a:ext>
              </a:extLst>
            </p:cNvPr>
            <p:cNvSpPr/>
            <p:nvPr/>
          </p:nvSpPr>
          <p:spPr>
            <a:xfrm>
              <a:off x="6079445" y="4029330"/>
              <a:ext cx="697555" cy="185526"/>
            </a:xfrm>
            <a:prstGeom prst="roundRect">
              <a:avLst>
                <a:gd name="adj" fmla="val 16094"/>
              </a:avLst>
            </a:prstGeom>
            <a:solidFill>
              <a:srgbClr val="DBDBDB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矩形: 圆角 200">
              <a:extLst>
                <a:ext uri="{FF2B5EF4-FFF2-40B4-BE49-F238E27FC236}">
                  <a16:creationId xmlns:a16="http://schemas.microsoft.com/office/drawing/2014/main" id="{887B3E59-B78A-8B18-ADE1-CD5649A23AA6}"/>
                </a:ext>
              </a:extLst>
            </p:cNvPr>
            <p:cNvSpPr/>
            <p:nvPr/>
          </p:nvSpPr>
          <p:spPr>
            <a:xfrm>
              <a:off x="6079444" y="4452660"/>
              <a:ext cx="697555" cy="185526"/>
            </a:xfrm>
            <a:prstGeom prst="roundRect">
              <a:avLst>
                <a:gd name="adj" fmla="val 16094"/>
              </a:avLst>
            </a:prstGeom>
            <a:solidFill>
              <a:srgbClr val="DBDBDB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矩形: 圆角 201">
              <a:extLst>
                <a:ext uri="{FF2B5EF4-FFF2-40B4-BE49-F238E27FC236}">
                  <a16:creationId xmlns:a16="http://schemas.microsoft.com/office/drawing/2014/main" id="{3C56B913-156D-4EC1-A160-331A67723326}"/>
                </a:ext>
              </a:extLst>
            </p:cNvPr>
            <p:cNvSpPr/>
            <p:nvPr/>
          </p:nvSpPr>
          <p:spPr>
            <a:xfrm>
              <a:off x="6088125" y="4887489"/>
              <a:ext cx="697555" cy="185526"/>
            </a:xfrm>
            <a:prstGeom prst="roundRect">
              <a:avLst>
                <a:gd name="adj" fmla="val 16094"/>
              </a:avLst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: 圆角 202">
              <a:extLst>
                <a:ext uri="{FF2B5EF4-FFF2-40B4-BE49-F238E27FC236}">
                  <a16:creationId xmlns:a16="http://schemas.microsoft.com/office/drawing/2014/main" id="{581F6B3E-D0FC-419C-493B-4652E4A60CBF}"/>
                </a:ext>
              </a:extLst>
            </p:cNvPr>
            <p:cNvSpPr/>
            <p:nvPr/>
          </p:nvSpPr>
          <p:spPr>
            <a:xfrm>
              <a:off x="1806321" y="5374768"/>
              <a:ext cx="574929" cy="332612"/>
            </a:xfrm>
            <a:prstGeom prst="roundRect">
              <a:avLst/>
            </a:prstGeom>
            <a:solidFill>
              <a:srgbClr val="FFF2CB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矩形 203">
              <a:extLst>
                <a:ext uri="{FF2B5EF4-FFF2-40B4-BE49-F238E27FC236}">
                  <a16:creationId xmlns:a16="http://schemas.microsoft.com/office/drawing/2014/main" id="{63AB8DBF-BFF1-BBD9-59E1-24BE752BF5E0}"/>
                </a:ext>
              </a:extLst>
            </p:cNvPr>
            <p:cNvSpPr/>
            <p:nvPr/>
          </p:nvSpPr>
          <p:spPr>
            <a:xfrm>
              <a:off x="3467100" y="5333199"/>
              <a:ext cx="3228255" cy="351195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11" name="组合 210">
              <a:extLst>
                <a:ext uri="{FF2B5EF4-FFF2-40B4-BE49-F238E27FC236}">
                  <a16:creationId xmlns:a16="http://schemas.microsoft.com/office/drawing/2014/main" id="{80B5BF76-5DAE-597F-7A66-5B68C3883A72}"/>
                </a:ext>
              </a:extLst>
            </p:cNvPr>
            <p:cNvGrpSpPr/>
            <p:nvPr/>
          </p:nvGrpSpPr>
          <p:grpSpPr>
            <a:xfrm>
              <a:off x="4274151" y="5423098"/>
              <a:ext cx="274989" cy="94388"/>
              <a:chOff x="4443696" y="2473520"/>
              <a:chExt cx="343711" cy="117976"/>
            </a:xfrm>
            <a:solidFill>
              <a:srgbClr val="FFDB63"/>
            </a:solidFill>
          </p:grpSpPr>
          <p:sp>
            <p:nvSpPr>
              <p:cNvPr id="206" name="立方体 205">
                <a:extLst>
                  <a:ext uri="{FF2B5EF4-FFF2-40B4-BE49-F238E27FC236}">
                    <a16:creationId xmlns:a16="http://schemas.microsoft.com/office/drawing/2014/main" id="{0F56CCB4-B74C-5D23-ED96-AC0EB858FB69}"/>
                  </a:ext>
                </a:extLst>
              </p:cNvPr>
              <p:cNvSpPr/>
              <p:nvPr/>
            </p:nvSpPr>
            <p:spPr>
              <a:xfrm>
                <a:off x="4443696" y="2473520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" name="立方体 206">
                <a:extLst>
                  <a:ext uri="{FF2B5EF4-FFF2-40B4-BE49-F238E27FC236}">
                    <a16:creationId xmlns:a16="http://schemas.microsoft.com/office/drawing/2014/main" id="{06460835-4610-499A-AE0B-444D07243782}"/>
                  </a:ext>
                </a:extLst>
              </p:cNvPr>
              <p:cNvSpPr/>
              <p:nvPr/>
            </p:nvSpPr>
            <p:spPr>
              <a:xfrm>
                <a:off x="4517666" y="2473520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立方体 207">
                <a:extLst>
                  <a:ext uri="{FF2B5EF4-FFF2-40B4-BE49-F238E27FC236}">
                    <a16:creationId xmlns:a16="http://schemas.microsoft.com/office/drawing/2014/main" id="{DDAD71AC-CA89-65DD-7E73-82A0D8E04B9D}"/>
                  </a:ext>
                </a:extLst>
              </p:cNvPr>
              <p:cNvSpPr/>
              <p:nvPr/>
            </p:nvSpPr>
            <p:spPr>
              <a:xfrm>
                <a:off x="4596245" y="2473520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" name="立方体 208">
                <a:extLst>
                  <a:ext uri="{FF2B5EF4-FFF2-40B4-BE49-F238E27FC236}">
                    <a16:creationId xmlns:a16="http://schemas.microsoft.com/office/drawing/2014/main" id="{918311DD-FABD-6266-DD17-30E20FFE23F1}"/>
                  </a:ext>
                </a:extLst>
              </p:cNvPr>
              <p:cNvSpPr/>
              <p:nvPr/>
            </p:nvSpPr>
            <p:spPr>
              <a:xfrm>
                <a:off x="4670215" y="2473520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2" name="组合 211">
              <a:extLst>
                <a:ext uri="{FF2B5EF4-FFF2-40B4-BE49-F238E27FC236}">
                  <a16:creationId xmlns:a16="http://schemas.microsoft.com/office/drawing/2014/main" id="{7AE6F981-DAD3-245F-8403-6FA0FEAD4DB7}"/>
                </a:ext>
              </a:extLst>
            </p:cNvPr>
            <p:cNvGrpSpPr/>
            <p:nvPr/>
          </p:nvGrpSpPr>
          <p:grpSpPr>
            <a:xfrm>
              <a:off x="5343561" y="5381509"/>
              <a:ext cx="274989" cy="94388"/>
              <a:chOff x="4443696" y="2473520"/>
              <a:chExt cx="343711" cy="117976"/>
            </a:xfrm>
            <a:solidFill>
              <a:srgbClr val="E2EFD8"/>
            </a:solidFill>
          </p:grpSpPr>
          <p:sp>
            <p:nvSpPr>
              <p:cNvPr id="213" name="立方体 212">
                <a:extLst>
                  <a:ext uri="{FF2B5EF4-FFF2-40B4-BE49-F238E27FC236}">
                    <a16:creationId xmlns:a16="http://schemas.microsoft.com/office/drawing/2014/main" id="{B62133C0-B73F-5048-30B0-0CC5F1567B19}"/>
                  </a:ext>
                </a:extLst>
              </p:cNvPr>
              <p:cNvSpPr/>
              <p:nvPr/>
            </p:nvSpPr>
            <p:spPr>
              <a:xfrm>
                <a:off x="4443696" y="2473520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" name="立方体 213">
                <a:extLst>
                  <a:ext uri="{FF2B5EF4-FFF2-40B4-BE49-F238E27FC236}">
                    <a16:creationId xmlns:a16="http://schemas.microsoft.com/office/drawing/2014/main" id="{9C247A05-72D6-95C1-921F-06DBA13576A0}"/>
                  </a:ext>
                </a:extLst>
              </p:cNvPr>
              <p:cNvSpPr/>
              <p:nvPr/>
            </p:nvSpPr>
            <p:spPr>
              <a:xfrm>
                <a:off x="4517666" y="2473520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" name="立方体 214">
                <a:extLst>
                  <a:ext uri="{FF2B5EF4-FFF2-40B4-BE49-F238E27FC236}">
                    <a16:creationId xmlns:a16="http://schemas.microsoft.com/office/drawing/2014/main" id="{66D5427D-EA60-F0FD-90A3-F054A9509758}"/>
                  </a:ext>
                </a:extLst>
              </p:cNvPr>
              <p:cNvSpPr/>
              <p:nvPr/>
            </p:nvSpPr>
            <p:spPr>
              <a:xfrm>
                <a:off x="4596245" y="2473520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立方体 215">
                <a:extLst>
                  <a:ext uri="{FF2B5EF4-FFF2-40B4-BE49-F238E27FC236}">
                    <a16:creationId xmlns:a16="http://schemas.microsoft.com/office/drawing/2014/main" id="{2C2EFCE4-D849-ED07-EF3D-97EA4748FCC1}"/>
                  </a:ext>
                </a:extLst>
              </p:cNvPr>
              <p:cNvSpPr/>
              <p:nvPr/>
            </p:nvSpPr>
            <p:spPr>
              <a:xfrm>
                <a:off x="4670215" y="2473520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5B13A011-8B99-235F-03AC-AEA8C772569A}"/>
                </a:ext>
              </a:extLst>
            </p:cNvPr>
            <p:cNvGrpSpPr/>
            <p:nvPr/>
          </p:nvGrpSpPr>
          <p:grpSpPr>
            <a:xfrm>
              <a:off x="5392386" y="5446686"/>
              <a:ext cx="274989" cy="94388"/>
              <a:chOff x="4443696" y="2473520"/>
              <a:chExt cx="343711" cy="117976"/>
            </a:xfrm>
            <a:solidFill>
              <a:srgbClr val="92D050"/>
            </a:solidFill>
          </p:grpSpPr>
          <p:sp>
            <p:nvSpPr>
              <p:cNvPr id="218" name="立方体 217">
                <a:extLst>
                  <a:ext uri="{FF2B5EF4-FFF2-40B4-BE49-F238E27FC236}">
                    <a16:creationId xmlns:a16="http://schemas.microsoft.com/office/drawing/2014/main" id="{F6CC0637-A985-71AD-FAF5-9FBAF17356E9}"/>
                  </a:ext>
                </a:extLst>
              </p:cNvPr>
              <p:cNvSpPr/>
              <p:nvPr/>
            </p:nvSpPr>
            <p:spPr>
              <a:xfrm>
                <a:off x="4443696" y="2473520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" name="立方体 218">
                <a:extLst>
                  <a:ext uri="{FF2B5EF4-FFF2-40B4-BE49-F238E27FC236}">
                    <a16:creationId xmlns:a16="http://schemas.microsoft.com/office/drawing/2014/main" id="{EA6339D4-9980-E70E-A514-4159BB79B528}"/>
                  </a:ext>
                </a:extLst>
              </p:cNvPr>
              <p:cNvSpPr/>
              <p:nvPr/>
            </p:nvSpPr>
            <p:spPr>
              <a:xfrm>
                <a:off x="4517666" y="2473520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" name="立方体 219">
                <a:extLst>
                  <a:ext uri="{FF2B5EF4-FFF2-40B4-BE49-F238E27FC236}">
                    <a16:creationId xmlns:a16="http://schemas.microsoft.com/office/drawing/2014/main" id="{7D5738BC-18A5-83CC-8D8C-F751BD49EA3F}"/>
                  </a:ext>
                </a:extLst>
              </p:cNvPr>
              <p:cNvSpPr/>
              <p:nvPr/>
            </p:nvSpPr>
            <p:spPr>
              <a:xfrm>
                <a:off x="4596245" y="2473520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" name="立方体 220">
                <a:extLst>
                  <a:ext uri="{FF2B5EF4-FFF2-40B4-BE49-F238E27FC236}">
                    <a16:creationId xmlns:a16="http://schemas.microsoft.com/office/drawing/2014/main" id="{5DE68A7E-07E7-6705-0F5B-D3607DDEB365}"/>
                  </a:ext>
                </a:extLst>
              </p:cNvPr>
              <p:cNvSpPr/>
              <p:nvPr/>
            </p:nvSpPr>
            <p:spPr>
              <a:xfrm>
                <a:off x="4670215" y="2473520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2" name="组合 221">
              <a:extLst>
                <a:ext uri="{FF2B5EF4-FFF2-40B4-BE49-F238E27FC236}">
                  <a16:creationId xmlns:a16="http://schemas.microsoft.com/office/drawing/2014/main" id="{B24AEB02-78F6-DDFE-0005-0F5BE2C101DA}"/>
                </a:ext>
              </a:extLst>
            </p:cNvPr>
            <p:cNvGrpSpPr/>
            <p:nvPr/>
          </p:nvGrpSpPr>
          <p:grpSpPr>
            <a:xfrm>
              <a:off x="4268436" y="5558219"/>
              <a:ext cx="274989" cy="94388"/>
              <a:chOff x="4443696" y="2473520"/>
              <a:chExt cx="343711" cy="117976"/>
            </a:xfrm>
            <a:solidFill>
              <a:srgbClr val="8EACE1"/>
            </a:solidFill>
          </p:grpSpPr>
          <p:sp>
            <p:nvSpPr>
              <p:cNvPr id="223" name="立方体 222">
                <a:extLst>
                  <a:ext uri="{FF2B5EF4-FFF2-40B4-BE49-F238E27FC236}">
                    <a16:creationId xmlns:a16="http://schemas.microsoft.com/office/drawing/2014/main" id="{163FB771-7412-61ED-7004-13FF1730EE3A}"/>
                  </a:ext>
                </a:extLst>
              </p:cNvPr>
              <p:cNvSpPr/>
              <p:nvPr/>
            </p:nvSpPr>
            <p:spPr>
              <a:xfrm>
                <a:off x="4443696" y="2473520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立方体 223">
                <a:extLst>
                  <a:ext uri="{FF2B5EF4-FFF2-40B4-BE49-F238E27FC236}">
                    <a16:creationId xmlns:a16="http://schemas.microsoft.com/office/drawing/2014/main" id="{9536EF27-5538-F719-448E-A5E8F3C6AAFA}"/>
                  </a:ext>
                </a:extLst>
              </p:cNvPr>
              <p:cNvSpPr/>
              <p:nvPr/>
            </p:nvSpPr>
            <p:spPr>
              <a:xfrm>
                <a:off x="4517666" y="2473520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立方体 224">
                <a:extLst>
                  <a:ext uri="{FF2B5EF4-FFF2-40B4-BE49-F238E27FC236}">
                    <a16:creationId xmlns:a16="http://schemas.microsoft.com/office/drawing/2014/main" id="{5DA955A8-2CE6-EBDF-C8AD-388E6DCCF71A}"/>
                  </a:ext>
                </a:extLst>
              </p:cNvPr>
              <p:cNvSpPr/>
              <p:nvPr/>
            </p:nvSpPr>
            <p:spPr>
              <a:xfrm>
                <a:off x="4596245" y="2473520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" name="立方体 225">
                <a:extLst>
                  <a:ext uri="{FF2B5EF4-FFF2-40B4-BE49-F238E27FC236}">
                    <a16:creationId xmlns:a16="http://schemas.microsoft.com/office/drawing/2014/main" id="{2136BE2F-66A6-2B0D-26E9-7B55F7503DC0}"/>
                  </a:ext>
                </a:extLst>
              </p:cNvPr>
              <p:cNvSpPr/>
              <p:nvPr/>
            </p:nvSpPr>
            <p:spPr>
              <a:xfrm>
                <a:off x="4670215" y="2473520"/>
                <a:ext cx="117192" cy="117976"/>
              </a:xfrm>
              <a:prstGeom prst="cube">
                <a:avLst>
                  <a:gd name="adj" fmla="val 33333"/>
                </a:avLst>
              </a:prstGeom>
              <a:grp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7" name="矩形: 圆角 226">
              <a:extLst>
                <a:ext uri="{FF2B5EF4-FFF2-40B4-BE49-F238E27FC236}">
                  <a16:creationId xmlns:a16="http://schemas.microsoft.com/office/drawing/2014/main" id="{5EA45CEF-08F9-69C0-07B0-4BD47AA247D0}"/>
                </a:ext>
              </a:extLst>
            </p:cNvPr>
            <p:cNvSpPr/>
            <p:nvPr/>
          </p:nvSpPr>
          <p:spPr>
            <a:xfrm>
              <a:off x="5351087" y="5569198"/>
              <a:ext cx="268664" cy="87865"/>
            </a:xfrm>
            <a:prstGeom prst="roundRect">
              <a:avLst>
                <a:gd name="adj" fmla="val 15929"/>
              </a:avLst>
            </a:prstGeom>
            <a:solidFill>
              <a:schemeClr val="bg1">
                <a:lumMod val="75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箭头: 上 227">
              <a:extLst>
                <a:ext uri="{FF2B5EF4-FFF2-40B4-BE49-F238E27FC236}">
                  <a16:creationId xmlns:a16="http://schemas.microsoft.com/office/drawing/2014/main" id="{B1CCCB10-454E-0716-55CC-B37DC3FD0D95}"/>
                </a:ext>
              </a:extLst>
            </p:cNvPr>
            <p:cNvSpPr/>
            <p:nvPr/>
          </p:nvSpPr>
          <p:spPr>
            <a:xfrm>
              <a:off x="886883" y="3358990"/>
              <a:ext cx="137413" cy="180000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箭头: 上 228">
              <a:extLst>
                <a:ext uri="{FF2B5EF4-FFF2-40B4-BE49-F238E27FC236}">
                  <a16:creationId xmlns:a16="http://schemas.microsoft.com/office/drawing/2014/main" id="{9378FC5E-94A3-4EAE-5C75-5ADCC23CE562}"/>
                </a:ext>
              </a:extLst>
            </p:cNvPr>
            <p:cNvSpPr/>
            <p:nvPr/>
          </p:nvSpPr>
          <p:spPr>
            <a:xfrm rot="10800000">
              <a:off x="1359737" y="4088624"/>
              <a:ext cx="137413" cy="180000"/>
            </a:xfrm>
            <a:prstGeom prst="upArrow">
              <a:avLst/>
            </a:prstGeom>
            <a:solidFill>
              <a:srgbClr val="2D75B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箭头: 上 229">
              <a:extLst>
                <a:ext uri="{FF2B5EF4-FFF2-40B4-BE49-F238E27FC236}">
                  <a16:creationId xmlns:a16="http://schemas.microsoft.com/office/drawing/2014/main" id="{F2A3AA76-E6B6-9764-94A9-AD3D35394EB6}"/>
                </a:ext>
              </a:extLst>
            </p:cNvPr>
            <p:cNvSpPr/>
            <p:nvPr/>
          </p:nvSpPr>
          <p:spPr>
            <a:xfrm>
              <a:off x="389583" y="4183262"/>
              <a:ext cx="182850" cy="180000"/>
            </a:xfrm>
            <a:prstGeom prst="up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箭头: 上 230">
              <a:extLst>
                <a:ext uri="{FF2B5EF4-FFF2-40B4-BE49-F238E27FC236}">
                  <a16:creationId xmlns:a16="http://schemas.microsoft.com/office/drawing/2014/main" id="{302E10D1-7ED8-3F94-37E2-C9AD479E9147}"/>
                </a:ext>
              </a:extLst>
            </p:cNvPr>
            <p:cNvSpPr/>
            <p:nvPr/>
          </p:nvSpPr>
          <p:spPr>
            <a:xfrm>
              <a:off x="396433" y="4657406"/>
              <a:ext cx="176000" cy="159273"/>
            </a:xfrm>
            <a:prstGeom prst="up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87BA5B9E-77E6-D8BC-2A88-3D7BFA9C3799}"/>
                </a:ext>
              </a:extLst>
            </p:cNvPr>
            <p:cNvCxnSpPr>
              <a:stCxn id="6" idx="3"/>
              <a:endCxn id="7" idx="1"/>
            </p:cNvCxnSpPr>
            <p:nvPr/>
          </p:nvCxnSpPr>
          <p:spPr>
            <a:xfrm flipV="1">
              <a:off x="1478940" y="3229812"/>
              <a:ext cx="127356" cy="64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箭头连接符 234">
              <a:extLst>
                <a:ext uri="{FF2B5EF4-FFF2-40B4-BE49-F238E27FC236}">
                  <a16:creationId xmlns:a16="http://schemas.microsoft.com/office/drawing/2014/main" id="{8789FF7F-C0A2-B1A1-5EA2-209ACD91F06A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>
              <a:off x="2252472" y="3229812"/>
              <a:ext cx="292209" cy="461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箭头连接符 240">
              <a:extLst>
                <a:ext uri="{FF2B5EF4-FFF2-40B4-BE49-F238E27FC236}">
                  <a16:creationId xmlns:a16="http://schemas.microsoft.com/office/drawing/2014/main" id="{13B803D5-4BA6-9C96-78D7-4ED60FF11602}"/>
                </a:ext>
              </a:extLst>
            </p:cNvPr>
            <p:cNvCxnSpPr>
              <a:cxnSpLocks/>
            </p:cNvCxnSpPr>
            <p:nvPr/>
          </p:nvCxnSpPr>
          <p:spPr>
            <a:xfrm>
              <a:off x="1597597" y="4979131"/>
              <a:ext cx="162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箭头连接符 245">
              <a:extLst>
                <a:ext uri="{FF2B5EF4-FFF2-40B4-BE49-F238E27FC236}">
                  <a16:creationId xmlns:a16="http://schemas.microsoft.com/office/drawing/2014/main" id="{746D4528-7344-F9F8-E89A-49781D15E32D}"/>
                </a:ext>
              </a:extLst>
            </p:cNvPr>
            <p:cNvCxnSpPr>
              <a:cxnSpLocks/>
            </p:cNvCxnSpPr>
            <p:nvPr/>
          </p:nvCxnSpPr>
          <p:spPr>
            <a:xfrm>
              <a:off x="1597597" y="4681951"/>
              <a:ext cx="162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箭头连接符 246">
              <a:extLst>
                <a:ext uri="{FF2B5EF4-FFF2-40B4-BE49-F238E27FC236}">
                  <a16:creationId xmlns:a16="http://schemas.microsoft.com/office/drawing/2014/main" id="{DDDF7CB1-0D00-2F71-2A3A-DBFECBC6F4CE}"/>
                </a:ext>
              </a:extLst>
            </p:cNvPr>
            <p:cNvCxnSpPr>
              <a:cxnSpLocks/>
            </p:cNvCxnSpPr>
            <p:nvPr/>
          </p:nvCxnSpPr>
          <p:spPr>
            <a:xfrm>
              <a:off x="1597597" y="4380961"/>
              <a:ext cx="162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箭头连接符 247">
              <a:extLst>
                <a:ext uri="{FF2B5EF4-FFF2-40B4-BE49-F238E27FC236}">
                  <a16:creationId xmlns:a16="http://schemas.microsoft.com/office/drawing/2014/main" id="{50D175D4-5577-B159-5A34-B97E85C2BF8F}"/>
                </a:ext>
              </a:extLst>
            </p:cNvPr>
            <p:cNvCxnSpPr>
              <a:cxnSpLocks/>
            </p:cNvCxnSpPr>
            <p:nvPr/>
          </p:nvCxnSpPr>
          <p:spPr>
            <a:xfrm>
              <a:off x="2032572" y="4367626"/>
              <a:ext cx="162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箭头连接符 248">
              <a:extLst>
                <a:ext uri="{FF2B5EF4-FFF2-40B4-BE49-F238E27FC236}">
                  <a16:creationId xmlns:a16="http://schemas.microsoft.com/office/drawing/2014/main" id="{B39A96BF-0FAC-E3B6-3DFB-AE10ADEFB8FE}"/>
                </a:ext>
              </a:extLst>
            </p:cNvPr>
            <p:cNvCxnSpPr>
              <a:cxnSpLocks/>
            </p:cNvCxnSpPr>
            <p:nvPr/>
          </p:nvCxnSpPr>
          <p:spPr>
            <a:xfrm>
              <a:off x="2032572" y="4662901"/>
              <a:ext cx="162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箭头连接符 249">
              <a:extLst>
                <a:ext uri="{FF2B5EF4-FFF2-40B4-BE49-F238E27FC236}">
                  <a16:creationId xmlns:a16="http://schemas.microsoft.com/office/drawing/2014/main" id="{8ADB753F-449D-9818-7994-1B8B050DD54C}"/>
                </a:ext>
              </a:extLst>
            </p:cNvPr>
            <p:cNvCxnSpPr>
              <a:cxnSpLocks/>
            </p:cNvCxnSpPr>
            <p:nvPr/>
          </p:nvCxnSpPr>
          <p:spPr>
            <a:xfrm>
              <a:off x="2032572" y="4967701"/>
              <a:ext cx="162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箭头连接符 251">
              <a:extLst>
                <a:ext uri="{FF2B5EF4-FFF2-40B4-BE49-F238E27FC236}">
                  <a16:creationId xmlns:a16="http://schemas.microsoft.com/office/drawing/2014/main" id="{95565F22-FF39-6488-CDD9-727521D9F3F1}"/>
                </a:ext>
              </a:extLst>
            </p:cNvPr>
            <p:cNvCxnSpPr>
              <a:cxnSpLocks/>
            </p:cNvCxnSpPr>
            <p:nvPr/>
          </p:nvCxnSpPr>
          <p:spPr>
            <a:xfrm>
              <a:off x="2364042" y="4367626"/>
              <a:ext cx="162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箭头连接符 252">
              <a:extLst>
                <a:ext uri="{FF2B5EF4-FFF2-40B4-BE49-F238E27FC236}">
                  <a16:creationId xmlns:a16="http://schemas.microsoft.com/office/drawing/2014/main" id="{7C67131B-9E31-5B2F-91B3-9E48A048530F}"/>
                </a:ext>
              </a:extLst>
            </p:cNvPr>
            <p:cNvCxnSpPr>
              <a:cxnSpLocks/>
            </p:cNvCxnSpPr>
            <p:nvPr/>
          </p:nvCxnSpPr>
          <p:spPr>
            <a:xfrm>
              <a:off x="2364042" y="4668616"/>
              <a:ext cx="162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箭头连接符 253">
              <a:extLst>
                <a:ext uri="{FF2B5EF4-FFF2-40B4-BE49-F238E27FC236}">
                  <a16:creationId xmlns:a16="http://schemas.microsoft.com/office/drawing/2014/main" id="{C7353D60-3B0A-C6EB-8D3E-3DEF96EAA48A}"/>
                </a:ext>
              </a:extLst>
            </p:cNvPr>
            <p:cNvCxnSpPr>
              <a:cxnSpLocks/>
            </p:cNvCxnSpPr>
            <p:nvPr/>
          </p:nvCxnSpPr>
          <p:spPr>
            <a:xfrm>
              <a:off x="2364042" y="4969606"/>
              <a:ext cx="162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箭头连接符 254">
              <a:extLst>
                <a:ext uri="{FF2B5EF4-FFF2-40B4-BE49-F238E27FC236}">
                  <a16:creationId xmlns:a16="http://schemas.microsoft.com/office/drawing/2014/main" id="{78D61EC9-FD16-0210-99C8-9AF50F3D9DCC}"/>
                </a:ext>
              </a:extLst>
            </p:cNvPr>
            <p:cNvCxnSpPr>
              <a:cxnSpLocks/>
            </p:cNvCxnSpPr>
            <p:nvPr/>
          </p:nvCxnSpPr>
          <p:spPr>
            <a:xfrm>
              <a:off x="2386902" y="5590636"/>
              <a:ext cx="162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连接符: 肘形 256">
              <a:extLst>
                <a:ext uri="{FF2B5EF4-FFF2-40B4-BE49-F238E27FC236}">
                  <a16:creationId xmlns:a16="http://schemas.microsoft.com/office/drawing/2014/main" id="{700FA300-A840-3118-AFC7-0337F56D71F6}"/>
                </a:ext>
              </a:extLst>
            </p:cNvPr>
            <p:cNvCxnSpPr>
              <a:stCxn id="102" idx="5"/>
              <a:endCxn id="119" idx="1"/>
            </p:cNvCxnSpPr>
            <p:nvPr/>
          </p:nvCxnSpPr>
          <p:spPr>
            <a:xfrm flipV="1">
              <a:off x="3197654" y="4970907"/>
              <a:ext cx="237628" cy="187348"/>
            </a:xfrm>
            <a:prstGeom prst="bentConnector3">
              <a:avLst/>
            </a:prstGeom>
            <a:ln w="12700">
              <a:solidFill>
                <a:srgbClr val="FFC00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3" name="组合 262">
              <a:extLst>
                <a:ext uri="{FF2B5EF4-FFF2-40B4-BE49-F238E27FC236}">
                  <a16:creationId xmlns:a16="http://schemas.microsoft.com/office/drawing/2014/main" id="{04D23F06-5282-B1D2-3A43-0992B6B700B5}"/>
                </a:ext>
              </a:extLst>
            </p:cNvPr>
            <p:cNvGrpSpPr/>
            <p:nvPr/>
          </p:nvGrpSpPr>
          <p:grpSpPr>
            <a:xfrm>
              <a:off x="1116293" y="4305453"/>
              <a:ext cx="123382" cy="123382"/>
              <a:chOff x="1476795" y="6103620"/>
              <a:chExt cx="162000" cy="162000"/>
            </a:xfrm>
          </p:grpSpPr>
          <p:sp>
            <p:nvSpPr>
              <p:cNvPr id="258" name="椭圆 257">
                <a:extLst>
                  <a:ext uri="{FF2B5EF4-FFF2-40B4-BE49-F238E27FC236}">
                    <a16:creationId xmlns:a16="http://schemas.microsoft.com/office/drawing/2014/main" id="{4542B719-70A3-9484-9BA9-0DC9898AC5E1}"/>
                  </a:ext>
                </a:extLst>
              </p:cNvPr>
              <p:cNvSpPr/>
              <p:nvPr/>
            </p:nvSpPr>
            <p:spPr>
              <a:xfrm>
                <a:off x="1476795" y="6103620"/>
                <a:ext cx="162000" cy="16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60" name="直接连接符 259">
                <a:extLst>
                  <a:ext uri="{FF2B5EF4-FFF2-40B4-BE49-F238E27FC236}">
                    <a16:creationId xmlns:a16="http://schemas.microsoft.com/office/drawing/2014/main" id="{032BF449-F7A9-35F2-F6D3-462C9682FA60}"/>
                  </a:ext>
                </a:extLst>
              </p:cNvPr>
              <p:cNvCxnSpPr>
                <a:stCxn id="258" idx="1"/>
                <a:endCxn id="258" idx="5"/>
              </p:cNvCxnSpPr>
              <p:nvPr/>
            </p:nvCxnSpPr>
            <p:spPr>
              <a:xfrm>
                <a:off x="1500519" y="6127344"/>
                <a:ext cx="114552" cy="11455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直接连接符 261">
                <a:extLst>
                  <a:ext uri="{FF2B5EF4-FFF2-40B4-BE49-F238E27FC236}">
                    <a16:creationId xmlns:a16="http://schemas.microsoft.com/office/drawing/2014/main" id="{24055564-5CF9-6841-C99E-9B12100822AD}"/>
                  </a:ext>
                </a:extLst>
              </p:cNvPr>
              <p:cNvCxnSpPr>
                <a:stCxn id="258" idx="3"/>
                <a:endCxn id="258" idx="7"/>
              </p:cNvCxnSpPr>
              <p:nvPr/>
            </p:nvCxnSpPr>
            <p:spPr>
              <a:xfrm flipV="1">
                <a:off x="1500519" y="6127344"/>
                <a:ext cx="114552" cy="11455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4" name="组合 263">
              <a:extLst>
                <a:ext uri="{FF2B5EF4-FFF2-40B4-BE49-F238E27FC236}">
                  <a16:creationId xmlns:a16="http://schemas.microsoft.com/office/drawing/2014/main" id="{4F2EB546-FCEA-2BB3-40A4-4877E563C667}"/>
                </a:ext>
              </a:extLst>
            </p:cNvPr>
            <p:cNvGrpSpPr/>
            <p:nvPr/>
          </p:nvGrpSpPr>
          <p:grpSpPr>
            <a:xfrm>
              <a:off x="1116293" y="4610253"/>
              <a:ext cx="123382" cy="123382"/>
              <a:chOff x="1476795" y="6103620"/>
              <a:chExt cx="162000" cy="162000"/>
            </a:xfrm>
          </p:grpSpPr>
          <p:sp>
            <p:nvSpPr>
              <p:cNvPr id="265" name="椭圆 264">
                <a:extLst>
                  <a:ext uri="{FF2B5EF4-FFF2-40B4-BE49-F238E27FC236}">
                    <a16:creationId xmlns:a16="http://schemas.microsoft.com/office/drawing/2014/main" id="{13F2EC7C-858B-64B1-588E-94E3F0FAFAC4}"/>
                  </a:ext>
                </a:extLst>
              </p:cNvPr>
              <p:cNvSpPr/>
              <p:nvPr/>
            </p:nvSpPr>
            <p:spPr>
              <a:xfrm>
                <a:off x="1476795" y="6103620"/>
                <a:ext cx="162000" cy="16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66" name="直接连接符 265">
                <a:extLst>
                  <a:ext uri="{FF2B5EF4-FFF2-40B4-BE49-F238E27FC236}">
                    <a16:creationId xmlns:a16="http://schemas.microsoft.com/office/drawing/2014/main" id="{5CF714E7-FAD2-1493-2891-AEDBDA7F37DF}"/>
                  </a:ext>
                </a:extLst>
              </p:cNvPr>
              <p:cNvCxnSpPr>
                <a:stCxn id="265" idx="1"/>
                <a:endCxn id="265" idx="5"/>
              </p:cNvCxnSpPr>
              <p:nvPr/>
            </p:nvCxnSpPr>
            <p:spPr>
              <a:xfrm>
                <a:off x="1500519" y="6127344"/>
                <a:ext cx="114552" cy="11455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>
                <a:extLst>
                  <a:ext uri="{FF2B5EF4-FFF2-40B4-BE49-F238E27FC236}">
                    <a16:creationId xmlns:a16="http://schemas.microsoft.com/office/drawing/2014/main" id="{B336E810-78EB-295A-8695-9149A46F9B9C}"/>
                  </a:ext>
                </a:extLst>
              </p:cNvPr>
              <p:cNvCxnSpPr>
                <a:stCxn id="265" idx="3"/>
                <a:endCxn id="265" idx="7"/>
              </p:cNvCxnSpPr>
              <p:nvPr/>
            </p:nvCxnSpPr>
            <p:spPr>
              <a:xfrm flipV="1">
                <a:off x="1500519" y="6127344"/>
                <a:ext cx="114552" cy="11455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8" name="组合 267">
              <a:extLst>
                <a:ext uri="{FF2B5EF4-FFF2-40B4-BE49-F238E27FC236}">
                  <a16:creationId xmlns:a16="http://schemas.microsoft.com/office/drawing/2014/main" id="{2C4B75C4-ACF3-C0B1-E293-F68C78A1BEA4}"/>
                </a:ext>
              </a:extLst>
            </p:cNvPr>
            <p:cNvGrpSpPr/>
            <p:nvPr/>
          </p:nvGrpSpPr>
          <p:grpSpPr>
            <a:xfrm>
              <a:off x="1116293" y="4915053"/>
              <a:ext cx="123382" cy="123382"/>
              <a:chOff x="1476795" y="6103620"/>
              <a:chExt cx="162000" cy="162000"/>
            </a:xfrm>
          </p:grpSpPr>
          <p:sp>
            <p:nvSpPr>
              <p:cNvPr id="269" name="椭圆 268">
                <a:extLst>
                  <a:ext uri="{FF2B5EF4-FFF2-40B4-BE49-F238E27FC236}">
                    <a16:creationId xmlns:a16="http://schemas.microsoft.com/office/drawing/2014/main" id="{D0EAC78A-6BCE-7261-2FBE-C6D6E74D2797}"/>
                  </a:ext>
                </a:extLst>
              </p:cNvPr>
              <p:cNvSpPr/>
              <p:nvPr/>
            </p:nvSpPr>
            <p:spPr>
              <a:xfrm>
                <a:off x="1476795" y="6103620"/>
                <a:ext cx="162000" cy="162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70" name="直接连接符 269">
                <a:extLst>
                  <a:ext uri="{FF2B5EF4-FFF2-40B4-BE49-F238E27FC236}">
                    <a16:creationId xmlns:a16="http://schemas.microsoft.com/office/drawing/2014/main" id="{D56CA9D4-7778-E31A-4ED5-0FA3FA68436E}"/>
                  </a:ext>
                </a:extLst>
              </p:cNvPr>
              <p:cNvCxnSpPr>
                <a:stCxn id="269" idx="1"/>
                <a:endCxn id="269" idx="5"/>
              </p:cNvCxnSpPr>
              <p:nvPr/>
            </p:nvCxnSpPr>
            <p:spPr>
              <a:xfrm>
                <a:off x="1500519" y="6127344"/>
                <a:ext cx="114552" cy="11455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直接连接符 270">
                <a:extLst>
                  <a:ext uri="{FF2B5EF4-FFF2-40B4-BE49-F238E27FC236}">
                    <a16:creationId xmlns:a16="http://schemas.microsoft.com/office/drawing/2014/main" id="{90E1D269-C813-8888-D252-AB68F2AA3320}"/>
                  </a:ext>
                </a:extLst>
              </p:cNvPr>
              <p:cNvCxnSpPr>
                <a:stCxn id="269" idx="3"/>
                <a:endCxn id="269" idx="7"/>
              </p:cNvCxnSpPr>
              <p:nvPr/>
            </p:nvCxnSpPr>
            <p:spPr>
              <a:xfrm flipV="1">
                <a:off x="1500519" y="6127344"/>
                <a:ext cx="114552" cy="11455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3" name="连接符: 肘形 272">
              <a:extLst>
                <a:ext uri="{FF2B5EF4-FFF2-40B4-BE49-F238E27FC236}">
                  <a16:creationId xmlns:a16="http://schemas.microsoft.com/office/drawing/2014/main" id="{D8987F2D-2770-2511-A686-07FDF631B7D3}"/>
                </a:ext>
              </a:extLst>
            </p:cNvPr>
            <p:cNvCxnSpPr>
              <a:stCxn id="107" idx="0"/>
              <a:endCxn id="265" idx="2"/>
            </p:cNvCxnSpPr>
            <p:nvPr/>
          </p:nvCxnSpPr>
          <p:spPr>
            <a:xfrm rot="16200000" flipV="1">
              <a:off x="1555719" y="4232519"/>
              <a:ext cx="840259" cy="1719110"/>
            </a:xfrm>
            <a:prstGeom prst="bentConnector4">
              <a:avLst>
                <a:gd name="adj1" fmla="val 23839"/>
                <a:gd name="adj2" fmla="val 107979"/>
              </a:avLst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连接符: 肘形 276">
              <a:extLst>
                <a:ext uri="{FF2B5EF4-FFF2-40B4-BE49-F238E27FC236}">
                  <a16:creationId xmlns:a16="http://schemas.microsoft.com/office/drawing/2014/main" id="{B07247EA-DF88-410A-46DC-0974B7265BE0}"/>
                </a:ext>
              </a:extLst>
            </p:cNvPr>
            <p:cNvCxnSpPr>
              <a:endCxn id="258" idx="2"/>
            </p:cNvCxnSpPr>
            <p:nvPr/>
          </p:nvCxnSpPr>
          <p:spPr>
            <a:xfrm rot="10800000">
              <a:off x="1116294" y="4367144"/>
              <a:ext cx="1081495" cy="796168"/>
            </a:xfrm>
            <a:prstGeom prst="bentConnector3">
              <a:avLst>
                <a:gd name="adj1" fmla="val 109864"/>
              </a:avLst>
            </a:prstGeom>
            <a:ln w="12700">
              <a:solidFill>
                <a:schemeClr val="tx1"/>
              </a:solidFill>
              <a:headEnd type="triangl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箭头连接符 280">
              <a:extLst>
                <a:ext uri="{FF2B5EF4-FFF2-40B4-BE49-F238E27FC236}">
                  <a16:creationId xmlns:a16="http://schemas.microsoft.com/office/drawing/2014/main" id="{71660C8A-C21D-EBA2-F40D-919CAC6006C5}"/>
                </a:ext>
              </a:extLst>
            </p:cNvPr>
            <p:cNvCxnSpPr>
              <a:cxnSpLocks/>
              <a:endCxn id="269" idx="2"/>
            </p:cNvCxnSpPr>
            <p:nvPr/>
          </p:nvCxnSpPr>
          <p:spPr>
            <a:xfrm>
              <a:off x="1018524" y="4976744"/>
              <a:ext cx="9776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箭头连接符 283">
              <a:extLst>
                <a:ext uri="{FF2B5EF4-FFF2-40B4-BE49-F238E27FC236}">
                  <a16:creationId xmlns:a16="http://schemas.microsoft.com/office/drawing/2014/main" id="{C09C89A5-E45E-2A9D-C7B2-8DEBB1B5C43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652038" y="4581566"/>
              <a:ext cx="162000" cy="2446"/>
            </a:xfrm>
            <a:prstGeom prst="straightConnector1">
              <a:avLst/>
            </a:prstGeom>
            <a:ln w="12700">
              <a:solidFill>
                <a:srgbClr val="8EACE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箭头连接符 287">
              <a:extLst>
                <a:ext uri="{FF2B5EF4-FFF2-40B4-BE49-F238E27FC236}">
                  <a16:creationId xmlns:a16="http://schemas.microsoft.com/office/drawing/2014/main" id="{725F6285-55BA-DB3D-1C12-95B78845D767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653650" y="3785488"/>
              <a:ext cx="162000" cy="2446"/>
            </a:xfrm>
            <a:prstGeom prst="straightConnector1">
              <a:avLst/>
            </a:prstGeom>
            <a:ln w="12700">
              <a:solidFill>
                <a:srgbClr val="FFC00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箭头连接符 289">
              <a:extLst>
                <a:ext uri="{FF2B5EF4-FFF2-40B4-BE49-F238E27FC236}">
                  <a16:creationId xmlns:a16="http://schemas.microsoft.com/office/drawing/2014/main" id="{17BD50DA-2DE8-B3C9-51B8-6EACEE75B19C}"/>
                </a:ext>
              </a:extLst>
            </p:cNvPr>
            <p:cNvCxnSpPr>
              <a:cxnSpLocks/>
            </p:cNvCxnSpPr>
            <p:nvPr/>
          </p:nvCxnSpPr>
          <p:spPr>
            <a:xfrm>
              <a:off x="3989028" y="3408829"/>
              <a:ext cx="144000" cy="2446"/>
            </a:xfrm>
            <a:prstGeom prst="straightConnector1">
              <a:avLst/>
            </a:prstGeom>
            <a:ln w="12700">
              <a:solidFill>
                <a:srgbClr val="8EACE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直接箭头连接符 290">
              <a:extLst>
                <a:ext uri="{FF2B5EF4-FFF2-40B4-BE49-F238E27FC236}">
                  <a16:creationId xmlns:a16="http://schemas.microsoft.com/office/drawing/2014/main" id="{3CCFC6DF-C279-E5E0-36D0-7EB9C6240110}"/>
                </a:ext>
              </a:extLst>
            </p:cNvPr>
            <p:cNvCxnSpPr>
              <a:cxnSpLocks/>
            </p:cNvCxnSpPr>
            <p:nvPr/>
          </p:nvCxnSpPr>
          <p:spPr>
            <a:xfrm>
              <a:off x="3989028" y="4963309"/>
              <a:ext cx="144000" cy="2446"/>
            </a:xfrm>
            <a:prstGeom prst="straightConnector1">
              <a:avLst/>
            </a:prstGeom>
            <a:ln w="12700">
              <a:solidFill>
                <a:srgbClr val="FFC00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直接箭头连接符 291">
              <a:extLst>
                <a:ext uri="{FF2B5EF4-FFF2-40B4-BE49-F238E27FC236}">
                  <a16:creationId xmlns:a16="http://schemas.microsoft.com/office/drawing/2014/main" id="{941DE919-8AB8-686D-D051-AB05E6A41FF4}"/>
                </a:ext>
              </a:extLst>
            </p:cNvPr>
            <p:cNvCxnSpPr>
              <a:cxnSpLocks/>
            </p:cNvCxnSpPr>
            <p:nvPr/>
          </p:nvCxnSpPr>
          <p:spPr>
            <a:xfrm>
              <a:off x="4919463" y="4984470"/>
              <a:ext cx="108000" cy="2446"/>
            </a:xfrm>
            <a:prstGeom prst="straightConnector1">
              <a:avLst/>
            </a:prstGeom>
            <a:ln w="12700">
              <a:solidFill>
                <a:srgbClr val="8EACE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直接箭头连接符 292">
              <a:extLst>
                <a:ext uri="{FF2B5EF4-FFF2-40B4-BE49-F238E27FC236}">
                  <a16:creationId xmlns:a16="http://schemas.microsoft.com/office/drawing/2014/main" id="{7EAD0739-41BF-434A-16B2-9E4DC62DC009}"/>
                </a:ext>
              </a:extLst>
            </p:cNvPr>
            <p:cNvCxnSpPr>
              <a:cxnSpLocks/>
            </p:cNvCxnSpPr>
            <p:nvPr/>
          </p:nvCxnSpPr>
          <p:spPr>
            <a:xfrm>
              <a:off x="4919463" y="3338550"/>
              <a:ext cx="108000" cy="2446"/>
            </a:xfrm>
            <a:prstGeom prst="straightConnector1">
              <a:avLst/>
            </a:prstGeom>
            <a:ln w="12700">
              <a:solidFill>
                <a:srgbClr val="FFC00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直接箭头连接符 293">
              <a:extLst>
                <a:ext uri="{FF2B5EF4-FFF2-40B4-BE49-F238E27FC236}">
                  <a16:creationId xmlns:a16="http://schemas.microsoft.com/office/drawing/2014/main" id="{60C736D8-9E2C-3023-C872-B8B4938F40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87793" y="3465827"/>
              <a:ext cx="1223" cy="180000"/>
            </a:xfrm>
            <a:prstGeom prst="straightConnector1">
              <a:avLst/>
            </a:prstGeom>
            <a:ln w="12700">
              <a:solidFill>
                <a:srgbClr val="8EACE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直接箭头连接符 295">
              <a:extLst>
                <a:ext uri="{FF2B5EF4-FFF2-40B4-BE49-F238E27FC236}">
                  <a16:creationId xmlns:a16="http://schemas.microsoft.com/office/drawing/2014/main" id="{418CDAA3-E65D-4101-C8B4-E00A8D8024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87793" y="3816347"/>
              <a:ext cx="1223" cy="180000"/>
            </a:xfrm>
            <a:prstGeom prst="straightConnector1">
              <a:avLst/>
            </a:prstGeom>
            <a:ln w="12700">
              <a:solidFill>
                <a:srgbClr val="8EACE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箭头连接符 296">
              <a:extLst>
                <a:ext uri="{FF2B5EF4-FFF2-40B4-BE49-F238E27FC236}">
                  <a16:creationId xmlns:a16="http://schemas.microsoft.com/office/drawing/2014/main" id="{E76D9F44-ECBF-A5DF-F7F9-D4B6694AB4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87792" y="4275657"/>
              <a:ext cx="1" cy="216000"/>
            </a:xfrm>
            <a:prstGeom prst="straightConnector1">
              <a:avLst/>
            </a:prstGeom>
            <a:ln w="12700">
              <a:solidFill>
                <a:srgbClr val="FFC00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直接箭头连接符 297">
              <a:extLst>
                <a:ext uri="{FF2B5EF4-FFF2-40B4-BE49-F238E27FC236}">
                  <a16:creationId xmlns:a16="http://schemas.microsoft.com/office/drawing/2014/main" id="{EEB60D7A-46FF-4F9E-ADD7-3B4D94205528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5395769" y="4697015"/>
              <a:ext cx="1223" cy="180000"/>
            </a:xfrm>
            <a:prstGeom prst="straightConnector1">
              <a:avLst/>
            </a:prstGeom>
            <a:ln w="12700">
              <a:solidFill>
                <a:srgbClr val="FFC00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箭头连接符 298">
              <a:extLst>
                <a:ext uri="{FF2B5EF4-FFF2-40B4-BE49-F238E27FC236}">
                  <a16:creationId xmlns:a16="http://schemas.microsoft.com/office/drawing/2014/main" id="{8AC7EA47-E694-705D-A48A-A58329B96763}"/>
                </a:ext>
              </a:extLst>
            </p:cNvPr>
            <p:cNvCxnSpPr>
              <a:cxnSpLocks/>
            </p:cNvCxnSpPr>
            <p:nvPr/>
          </p:nvCxnSpPr>
          <p:spPr>
            <a:xfrm>
              <a:off x="5963403" y="3308070"/>
              <a:ext cx="126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直接箭头连接符 299">
              <a:extLst>
                <a:ext uri="{FF2B5EF4-FFF2-40B4-BE49-F238E27FC236}">
                  <a16:creationId xmlns:a16="http://schemas.microsoft.com/office/drawing/2014/main" id="{776286F8-1291-B02A-A2E8-17541AA1CCE2}"/>
                </a:ext>
              </a:extLst>
            </p:cNvPr>
            <p:cNvCxnSpPr>
              <a:cxnSpLocks/>
            </p:cNvCxnSpPr>
            <p:nvPr/>
          </p:nvCxnSpPr>
          <p:spPr>
            <a:xfrm>
              <a:off x="5963403" y="3734790"/>
              <a:ext cx="126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直接箭头连接符 300">
              <a:extLst>
                <a:ext uri="{FF2B5EF4-FFF2-40B4-BE49-F238E27FC236}">
                  <a16:creationId xmlns:a16="http://schemas.microsoft.com/office/drawing/2014/main" id="{15849397-BB14-33E0-BA3C-2CFCBD3F3D9A}"/>
                </a:ext>
              </a:extLst>
            </p:cNvPr>
            <p:cNvCxnSpPr>
              <a:cxnSpLocks/>
            </p:cNvCxnSpPr>
            <p:nvPr/>
          </p:nvCxnSpPr>
          <p:spPr>
            <a:xfrm>
              <a:off x="5963403" y="4111980"/>
              <a:ext cx="126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直接箭头连接符 301">
              <a:extLst>
                <a:ext uri="{FF2B5EF4-FFF2-40B4-BE49-F238E27FC236}">
                  <a16:creationId xmlns:a16="http://schemas.microsoft.com/office/drawing/2014/main" id="{833D9626-6561-8497-0552-D72172DB771B}"/>
                </a:ext>
              </a:extLst>
            </p:cNvPr>
            <p:cNvCxnSpPr>
              <a:cxnSpLocks/>
            </p:cNvCxnSpPr>
            <p:nvPr/>
          </p:nvCxnSpPr>
          <p:spPr>
            <a:xfrm>
              <a:off x="5963403" y="4542510"/>
              <a:ext cx="126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直接箭头连接符 302">
              <a:extLst>
                <a:ext uri="{FF2B5EF4-FFF2-40B4-BE49-F238E27FC236}">
                  <a16:creationId xmlns:a16="http://schemas.microsoft.com/office/drawing/2014/main" id="{D0C6DF25-138A-8407-960E-F577229D64EE}"/>
                </a:ext>
              </a:extLst>
            </p:cNvPr>
            <p:cNvCxnSpPr>
              <a:cxnSpLocks/>
            </p:cNvCxnSpPr>
            <p:nvPr/>
          </p:nvCxnSpPr>
          <p:spPr>
            <a:xfrm>
              <a:off x="5963403" y="4973040"/>
              <a:ext cx="126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连接符: 肘形 304">
              <a:extLst>
                <a:ext uri="{FF2B5EF4-FFF2-40B4-BE49-F238E27FC236}">
                  <a16:creationId xmlns:a16="http://schemas.microsoft.com/office/drawing/2014/main" id="{A4A2AFAA-6853-5920-11D4-E51F9C25A2F5}"/>
                </a:ext>
              </a:extLst>
            </p:cNvPr>
            <p:cNvCxnSpPr>
              <a:stCxn id="195" idx="2"/>
              <a:endCxn id="193" idx="2"/>
            </p:cNvCxnSpPr>
            <p:nvPr/>
          </p:nvCxnSpPr>
          <p:spPr>
            <a:xfrm rot="10800000">
              <a:off x="5835281" y="3753260"/>
              <a:ext cx="16004" cy="1252220"/>
            </a:xfrm>
            <a:prstGeom prst="bentConnector3">
              <a:avLst>
                <a:gd name="adj1" fmla="val 623744"/>
              </a:avLst>
            </a:prstGeom>
            <a:ln w="12700">
              <a:solidFill>
                <a:schemeClr val="tx1"/>
              </a:solidFill>
              <a:headEnd type="triangle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箭头连接符 306">
              <a:extLst>
                <a:ext uri="{FF2B5EF4-FFF2-40B4-BE49-F238E27FC236}">
                  <a16:creationId xmlns:a16="http://schemas.microsoft.com/office/drawing/2014/main" id="{C45472C1-B2D6-6934-728A-F4EC8EE398C4}"/>
                </a:ext>
              </a:extLst>
            </p:cNvPr>
            <p:cNvCxnSpPr>
              <a:cxnSpLocks/>
            </p:cNvCxnSpPr>
            <p:nvPr/>
          </p:nvCxnSpPr>
          <p:spPr>
            <a:xfrm>
              <a:off x="5719563" y="4104360"/>
              <a:ext cx="126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箭头连接符 307">
              <a:extLst>
                <a:ext uri="{FF2B5EF4-FFF2-40B4-BE49-F238E27FC236}">
                  <a16:creationId xmlns:a16="http://schemas.microsoft.com/office/drawing/2014/main" id="{CC4CC8A8-3560-07A9-38B0-6BED8005B4B5}"/>
                </a:ext>
              </a:extLst>
            </p:cNvPr>
            <p:cNvCxnSpPr>
              <a:cxnSpLocks/>
            </p:cNvCxnSpPr>
            <p:nvPr/>
          </p:nvCxnSpPr>
          <p:spPr>
            <a:xfrm>
              <a:off x="5771054" y="4564038"/>
              <a:ext cx="72000" cy="2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09570D51-739F-80AE-2131-E675C8BB53B6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3067812"/>
              <a:ext cx="0" cy="2668346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>
              <a:extLst>
                <a:ext uri="{FF2B5EF4-FFF2-40B4-BE49-F238E27FC236}">
                  <a16:creationId xmlns:a16="http://schemas.microsoft.com/office/drawing/2014/main" id="{16ADA07E-4409-E68C-12E0-89FBD3BDD12D}"/>
                </a:ext>
              </a:extLst>
            </p:cNvPr>
            <p:cNvCxnSpPr>
              <a:cxnSpLocks/>
            </p:cNvCxnSpPr>
            <p:nvPr/>
          </p:nvCxnSpPr>
          <p:spPr>
            <a:xfrm>
              <a:off x="4960620" y="3067812"/>
              <a:ext cx="0" cy="2200578"/>
            </a:xfrm>
            <a:prstGeom prst="line">
              <a:avLst/>
            </a:prstGeom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连接符: 曲线 320">
              <a:extLst>
                <a:ext uri="{FF2B5EF4-FFF2-40B4-BE49-F238E27FC236}">
                  <a16:creationId xmlns:a16="http://schemas.microsoft.com/office/drawing/2014/main" id="{734BD3CD-F5C8-94C8-E35F-33A6F7D07F53}"/>
                </a:ext>
              </a:extLst>
            </p:cNvPr>
            <p:cNvCxnSpPr>
              <a:endCxn id="118" idx="0"/>
            </p:cNvCxnSpPr>
            <p:nvPr/>
          </p:nvCxnSpPr>
          <p:spPr>
            <a:xfrm>
              <a:off x="3261360" y="4067175"/>
              <a:ext cx="474514" cy="220058"/>
            </a:xfrm>
            <a:prstGeom prst="curvedConnector2">
              <a:avLst/>
            </a:prstGeom>
            <a:ln w="12700">
              <a:solidFill>
                <a:srgbClr val="8EACE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连接符: 曲线 322">
              <a:extLst>
                <a:ext uri="{FF2B5EF4-FFF2-40B4-BE49-F238E27FC236}">
                  <a16:creationId xmlns:a16="http://schemas.microsoft.com/office/drawing/2014/main" id="{0A795AF3-8D12-C002-D7E9-9EF5C4C5CC08}"/>
                </a:ext>
              </a:extLst>
            </p:cNvPr>
            <p:cNvCxnSpPr>
              <a:endCxn id="117" idx="2"/>
            </p:cNvCxnSpPr>
            <p:nvPr/>
          </p:nvCxnSpPr>
          <p:spPr>
            <a:xfrm flipV="1">
              <a:off x="3261360" y="4067175"/>
              <a:ext cx="462206" cy="220058"/>
            </a:xfrm>
            <a:prstGeom prst="curvedConnector2">
              <a:avLst/>
            </a:prstGeom>
            <a:ln w="127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5" name="文本框 324">
            <a:extLst>
              <a:ext uri="{FF2B5EF4-FFF2-40B4-BE49-F238E27FC236}">
                <a16:creationId xmlns:a16="http://schemas.microsoft.com/office/drawing/2014/main" id="{17CE5C79-A4A8-B044-ACFA-DEBA2D34EAA1}"/>
              </a:ext>
            </a:extLst>
          </p:cNvPr>
          <p:cNvSpPr txBox="1"/>
          <p:nvPr/>
        </p:nvSpPr>
        <p:spPr>
          <a:xfrm>
            <a:off x="0" y="7324391"/>
            <a:ext cx="68579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Bridging </a:t>
            </a:r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Pixelsand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Words: </a:t>
            </a:r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MaskAware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LocalSemantic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Fusionfor</a:t>
            </a:r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 Multimodal </a:t>
            </a:r>
            <a:r>
              <a:rPr lang="en-US" altLang="zh-CN" b="1" dirty="0" err="1">
                <a:latin typeface="Arial" panose="020B0604020202020204" pitchFamily="34" charset="0"/>
                <a:cs typeface="Arial" panose="020B0604020202020204" pitchFamily="34" charset="0"/>
              </a:rPr>
              <a:t>MediaVerification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38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88</TotalTime>
  <Words>12</Words>
  <Application>Microsoft Office PowerPoint</Application>
  <PresentationFormat>全屏显示(4:3)</PresentationFormat>
  <Paragraphs>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Contributors</dc:creator>
  <cp:lastModifiedBy>Contributors</cp:lastModifiedBy>
  <cp:revision>2</cp:revision>
  <dcterms:created xsi:type="dcterms:W3CDTF">2026-04-06T06:05:43Z</dcterms:created>
  <dcterms:modified xsi:type="dcterms:W3CDTF">2026-04-07T04:42:42Z</dcterms:modified>
</cp:coreProperties>
</file>